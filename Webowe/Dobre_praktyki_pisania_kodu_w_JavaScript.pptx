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32" r:id="rId2"/>
    <p:sldId id="344" r:id="rId3"/>
    <p:sldId id="333" r:id="rId4"/>
    <p:sldId id="351" r:id="rId5"/>
    <p:sldId id="356" r:id="rId6"/>
    <p:sldId id="288" r:id="rId7"/>
    <p:sldId id="350" r:id="rId8"/>
    <p:sldId id="334" r:id="rId9"/>
    <p:sldId id="347" r:id="rId10"/>
    <p:sldId id="348" r:id="rId11"/>
    <p:sldId id="352" r:id="rId12"/>
    <p:sldId id="335" r:id="rId13"/>
    <p:sldId id="337" r:id="rId14"/>
    <p:sldId id="336" r:id="rId15"/>
    <p:sldId id="339" r:id="rId16"/>
    <p:sldId id="338" r:id="rId17"/>
    <p:sldId id="340" r:id="rId18"/>
    <p:sldId id="341" r:id="rId19"/>
    <p:sldId id="342" r:id="rId20"/>
    <p:sldId id="346" r:id="rId21"/>
    <p:sldId id="343" r:id="rId22"/>
    <p:sldId id="354" r:id="rId23"/>
    <p:sldId id="353" r:id="rId24"/>
    <p:sldId id="261" r:id="rId25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173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zegorz Szymkowiak" userId="5651aec147c3f32a" providerId="LiveId" clId="{A3BEA078-65CA-412F-9055-C77C383424C7}"/>
    <pc:docChg chg="delSld">
      <pc:chgData name="Grzegorz Szymkowiak" userId="5651aec147c3f32a" providerId="LiveId" clId="{A3BEA078-65CA-412F-9055-C77C383424C7}" dt="2023-04-16T12:36:27.971" v="24" actId="47"/>
      <pc:docMkLst>
        <pc:docMk/>
      </pc:docMkLst>
      <pc:sldChg chg="del">
        <pc:chgData name="Grzegorz Szymkowiak" userId="5651aec147c3f32a" providerId="LiveId" clId="{A3BEA078-65CA-412F-9055-C77C383424C7}" dt="2023-04-16T12:36:22.018" v="16" actId="47"/>
        <pc:sldMkLst>
          <pc:docMk/>
          <pc:sldMk cId="2615102636" sldId="306"/>
        </pc:sldMkLst>
      </pc:sldChg>
      <pc:sldChg chg="del">
        <pc:chgData name="Grzegorz Szymkowiak" userId="5651aec147c3f32a" providerId="LiveId" clId="{A3BEA078-65CA-412F-9055-C77C383424C7}" dt="2023-04-16T12:36:22.802" v="17" actId="47"/>
        <pc:sldMkLst>
          <pc:docMk/>
          <pc:sldMk cId="2615102636" sldId="307"/>
        </pc:sldMkLst>
      </pc:sldChg>
      <pc:sldChg chg="del">
        <pc:chgData name="Grzegorz Szymkowiak" userId="5651aec147c3f32a" providerId="LiveId" clId="{A3BEA078-65CA-412F-9055-C77C383424C7}" dt="2023-04-16T12:36:23.524" v="18" actId="47"/>
        <pc:sldMkLst>
          <pc:docMk/>
          <pc:sldMk cId="2615102636" sldId="308"/>
        </pc:sldMkLst>
      </pc:sldChg>
      <pc:sldChg chg="del">
        <pc:chgData name="Grzegorz Szymkowiak" userId="5651aec147c3f32a" providerId="LiveId" clId="{A3BEA078-65CA-412F-9055-C77C383424C7}" dt="2023-04-16T12:36:24.309" v="19" actId="47"/>
        <pc:sldMkLst>
          <pc:docMk/>
          <pc:sldMk cId="2615102636" sldId="309"/>
        </pc:sldMkLst>
      </pc:sldChg>
      <pc:sldChg chg="del">
        <pc:chgData name="Grzegorz Szymkowiak" userId="5651aec147c3f32a" providerId="LiveId" clId="{A3BEA078-65CA-412F-9055-C77C383424C7}" dt="2023-04-16T12:36:24.999" v="20" actId="47"/>
        <pc:sldMkLst>
          <pc:docMk/>
          <pc:sldMk cId="2615102636" sldId="310"/>
        </pc:sldMkLst>
      </pc:sldChg>
      <pc:sldChg chg="del">
        <pc:chgData name="Grzegorz Szymkowiak" userId="5651aec147c3f32a" providerId="LiveId" clId="{A3BEA078-65CA-412F-9055-C77C383424C7}" dt="2023-04-16T12:36:25.707" v="21" actId="47"/>
        <pc:sldMkLst>
          <pc:docMk/>
          <pc:sldMk cId="2615102636" sldId="311"/>
        </pc:sldMkLst>
      </pc:sldChg>
      <pc:sldChg chg="del">
        <pc:chgData name="Grzegorz Szymkowiak" userId="5651aec147c3f32a" providerId="LiveId" clId="{A3BEA078-65CA-412F-9055-C77C383424C7}" dt="2023-04-16T12:36:26.413" v="22" actId="47"/>
        <pc:sldMkLst>
          <pc:docMk/>
          <pc:sldMk cId="2615102636" sldId="312"/>
        </pc:sldMkLst>
      </pc:sldChg>
      <pc:sldChg chg="del">
        <pc:chgData name="Grzegorz Szymkowiak" userId="5651aec147c3f32a" providerId="LiveId" clId="{A3BEA078-65CA-412F-9055-C77C383424C7}" dt="2023-04-16T12:36:27.140" v="23" actId="47"/>
        <pc:sldMkLst>
          <pc:docMk/>
          <pc:sldMk cId="2615102636" sldId="313"/>
        </pc:sldMkLst>
      </pc:sldChg>
      <pc:sldChg chg="del">
        <pc:chgData name="Grzegorz Szymkowiak" userId="5651aec147c3f32a" providerId="LiveId" clId="{A3BEA078-65CA-412F-9055-C77C383424C7}" dt="2023-04-16T12:36:27.971" v="24" actId="47"/>
        <pc:sldMkLst>
          <pc:docMk/>
          <pc:sldMk cId="2615102636" sldId="314"/>
        </pc:sldMkLst>
      </pc:sldChg>
      <pc:sldChg chg="del">
        <pc:chgData name="Grzegorz Szymkowiak" userId="5651aec147c3f32a" providerId="LiveId" clId="{A3BEA078-65CA-412F-9055-C77C383424C7}" dt="2023-04-16T12:36:07.597" v="0" actId="47"/>
        <pc:sldMkLst>
          <pc:docMk/>
          <pc:sldMk cId="2615102636" sldId="316"/>
        </pc:sldMkLst>
      </pc:sldChg>
      <pc:sldChg chg="del">
        <pc:chgData name="Grzegorz Szymkowiak" userId="5651aec147c3f32a" providerId="LiveId" clId="{A3BEA078-65CA-412F-9055-C77C383424C7}" dt="2023-04-16T12:36:08.422" v="1" actId="47"/>
        <pc:sldMkLst>
          <pc:docMk/>
          <pc:sldMk cId="2615102636" sldId="317"/>
        </pc:sldMkLst>
      </pc:sldChg>
      <pc:sldChg chg="del">
        <pc:chgData name="Grzegorz Szymkowiak" userId="5651aec147c3f32a" providerId="LiveId" clId="{A3BEA078-65CA-412F-9055-C77C383424C7}" dt="2023-04-16T12:36:08.673" v="2" actId="47"/>
        <pc:sldMkLst>
          <pc:docMk/>
          <pc:sldMk cId="2615102636" sldId="318"/>
        </pc:sldMkLst>
      </pc:sldChg>
      <pc:sldChg chg="del">
        <pc:chgData name="Grzegorz Szymkowiak" userId="5651aec147c3f32a" providerId="LiveId" clId="{A3BEA078-65CA-412F-9055-C77C383424C7}" dt="2023-04-16T12:36:08.814" v="3" actId="47"/>
        <pc:sldMkLst>
          <pc:docMk/>
          <pc:sldMk cId="2615102636" sldId="319"/>
        </pc:sldMkLst>
      </pc:sldChg>
      <pc:sldChg chg="del">
        <pc:chgData name="Grzegorz Szymkowiak" userId="5651aec147c3f32a" providerId="LiveId" clId="{A3BEA078-65CA-412F-9055-C77C383424C7}" dt="2023-04-16T12:36:09.003" v="4" actId="47"/>
        <pc:sldMkLst>
          <pc:docMk/>
          <pc:sldMk cId="2615102636" sldId="320"/>
        </pc:sldMkLst>
      </pc:sldChg>
      <pc:sldChg chg="del">
        <pc:chgData name="Grzegorz Szymkowiak" userId="5651aec147c3f32a" providerId="LiveId" clId="{A3BEA078-65CA-412F-9055-C77C383424C7}" dt="2023-04-16T12:36:09.302" v="5" actId="47"/>
        <pc:sldMkLst>
          <pc:docMk/>
          <pc:sldMk cId="2615102636" sldId="321"/>
        </pc:sldMkLst>
      </pc:sldChg>
      <pc:sldChg chg="del">
        <pc:chgData name="Grzegorz Szymkowiak" userId="5651aec147c3f32a" providerId="LiveId" clId="{A3BEA078-65CA-412F-9055-C77C383424C7}" dt="2023-04-16T12:36:09.568" v="6" actId="47"/>
        <pc:sldMkLst>
          <pc:docMk/>
          <pc:sldMk cId="2615102636" sldId="322"/>
        </pc:sldMkLst>
      </pc:sldChg>
      <pc:sldChg chg="del">
        <pc:chgData name="Grzegorz Szymkowiak" userId="5651aec147c3f32a" providerId="LiveId" clId="{A3BEA078-65CA-412F-9055-C77C383424C7}" dt="2023-04-16T12:36:09.788" v="7" actId="47"/>
        <pc:sldMkLst>
          <pc:docMk/>
          <pc:sldMk cId="2615102636" sldId="323"/>
        </pc:sldMkLst>
      </pc:sldChg>
      <pc:sldChg chg="del">
        <pc:chgData name="Grzegorz Szymkowiak" userId="5651aec147c3f32a" providerId="LiveId" clId="{A3BEA078-65CA-412F-9055-C77C383424C7}" dt="2023-04-16T12:36:10.008" v="8" actId="47"/>
        <pc:sldMkLst>
          <pc:docMk/>
          <pc:sldMk cId="2615102636" sldId="324"/>
        </pc:sldMkLst>
      </pc:sldChg>
      <pc:sldChg chg="del">
        <pc:chgData name="Grzegorz Szymkowiak" userId="5651aec147c3f32a" providerId="LiveId" clId="{A3BEA078-65CA-412F-9055-C77C383424C7}" dt="2023-04-16T12:36:10.227" v="9" actId="47"/>
        <pc:sldMkLst>
          <pc:docMk/>
          <pc:sldMk cId="2615102636" sldId="325"/>
        </pc:sldMkLst>
      </pc:sldChg>
      <pc:sldChg chg="del">
        <pc:chgData name="Grzegorz Szymkowiak" userId="5651aec147c3f32a" providerId="LiveId" clId="{A3BEA078-65CA-412F-9055-C77C383424C7}" dt="2023-04-16T12:36:10.462" v="10" actId="47"/>
        <pc:sldMkLst>
          <pc:docMk/>
          <pc:sldMk cId="2615102636" sldId="326"/>
        </pc:sldMkLst>
      </pc:sldChg>
      <pc:sldChg chg="del">
        <pc:chgData name="Grzegorz Szymkowiak" userId="5651aec147c3f32a" providerId="LiveId" clId="{A3BEA078-65CA-412F-9055-C77C383424C7}" dt="2023-04-16T12:36:11.593" v="11" actId="47"/>
        <pc:sldMkLst>
          <pc:docMk/>
          <pc:sldMk cId="2615102636" sldId="327"/>
        </pc:sldMkLst>
      </pc:sldChg>
      <pc:sldChg chg="del">
        <pc:chgData name="Grzegorz Szymkowiak" userId="5651aec147c3f32a" providerId="LiveId" clId="{A3BEA078-65CA-412F-9055-C77C383424C7}" dt="2023-04-16T12:36:12.331" v="12" actId="47"/>
        <pc:sldMkLst>
          <pc:docMk/>
          <pc:sldMk cId="2615102636" sldId="328"/>
        </pc:sldMkLst>
      </pc:sldChg>
      <pc:sldChg chg="del">
        <pc:chgData name="Grzegorz Szymkowiak" userId="5651aec147c3f32a" providerId="LiveId" clId="{A3BEA078-65CA-412F-9055-C77C383424C7}" dt="2023-04-16T12:36:12.990" v="13" actId="47"/>
        <pc:sldMkLst>
          <pc:docMk/>
          <pc:sldMk cId="2615102636" sldId="329"/>
        </pc:sldMkLst>
      </pc:sldChg>
      <pc:sldChg chg="del">
        <pc:chgData name="Grzegorz Szymkowiak" userId="5651aec147c3f32a" providerId="LiveId" clId="{A3BEA078-65CA-412F-9055-C77C383424C7}" dt="2023-04-16T12:36:14.013" v="14" actId="47"/>
        <pc:sldMkLst>
          <pc:docMk/>
          <pc:sldMk cId="2615102636" sldId="330"/>
        </pc:sldMkLst>
      </pc:sldChg>
      <pc:sldChg chg="del">
        <pc:chgData name="Grzegorz Szymkowiak" userId="5651aec147c3f32a" providerId="LiveId" clId="{A3BEA078-65CA-412F-9055-C77C383424C7}" dt="2023-04-16T12:36:15.081" v="15" actId="47"/>
        <pc:sldMkLst>
          <pc:docMk/>
          <pc:sldMk cId="2615102636" sldId="331"/>
        </pc:sldMkLst>
      </pc:sldChg>
    </pc:docChg>
  </pc:docChgLst>
  <pc:docChgLst>
    <pc:chgData name="Grzegorz Szymkowiak" userId="5651aec147c3f32a" providerId="LiveId" clId="{2084892A-F025-4CE2-9519-CBEFE76908A4}"/>
    <pc:docChg chg="addSld delSld modSld">
      <pc:chgData name="Grzegorz Szymkowiak" userId="5651aec147c3f32a" providerId="LiveId" clId="{2084892A-F025-4CE2-9519-CBEFE76908A4}" dt="2023-05-03T10:17:37.106" v="40" actId="1076"/>
      <pc:docMkLst>
        <pc:docMk/>
      </pc:docMkLst>
      <pc:sldChg chg="modSp mod">
        <pc:chgData name="Grzegorz Szymkowiak" userId="5651aec147c3f32a" providerId="LiveId" clId="{2084892A-F025-4CE2-9519-CBEFE76908A4}" dt="2023-05-03T08:37:37.122" v="1" actId="948"/>
        <pc:sldMkLst>
          <pc:docMk/>
          <pc:sldMk cId="2725453658" sldId="288"/>
        </pc:sldMkLst>
        <pc:spChg chg="mod">
          <ac:chgData name="Grzegorz Szymkowiak" userId="5651aec147c3f32a" providerId="LiveId" clId="{2084892A-F025-4CE2-9519-CBEFE76908A4}" dt="2023-05-03T08:37:37.122" v="1" actId="948"/>
          <ac:spMkLst>
            <pc:docMk/>
            <pc:sldMk cId="2725453658" sldId="288"/>
            <ac:spMk id="5" creationId="{00000000-0000-0000-0000-000000000000}"/>
          </ac:spMkLst>
        </pc:spChg>
      </pc:sldChg>
      <pc:sldChg chg="del">
        <pc:chgData name="Grzegorz Szymkowiak" userId="5651aec147c3f32a" providerId="LiveId" clId="{2084892A-F025-4CE2-9519-CBEFE76908A4}" dt="2023-05-03T08:37:39.642" v="2" actId="47"/>
        <pc:sldMkLst>
          <pc:docMk/>
          <pc:sldMk cId="2725453658" sldId="289"/>
        </pc:sldMkLst>
      </pc:sldChg>
      <pc:sldChg chg="del">
        <pc:chgData name="Grzegorz Szymkowiak" userId="5651aec147c3f32a" providerId="LiveId" clId="{2084892A-F025-4CE2-9519-CBEFE76908A4}" dt="2023-05-03T08:37:39.845" v="3" actId="47"/>
        <pc:sldMkLst>
          <pc:docMk/>
          <pc:sldMk cId="2615102636" sldId="290"/>
        </pc:sldMkLst>
      </pc:sldChg>
      <pc:sldChg chg="del">
        <pc:chgData name="Grzegorz Szymkowiak" userId="5651aec147c3f32a" providerId="LiveId" clId="{2084892A-F025-4CE2-9519-CBEFE76908A4}" dt="2023-05-03T08:37:40.049" v="4" actId="47"/>
        <pc:sldMkLst>
          <pc:docMk/>
          <pc:sldMk cId="2615102636" sldId="291"/>
        </pc:sldMkLst>
      </pc:sldChg>
      <pc:sldChg chg="del">
        <pc:chgData name="Grzegorz Szymkowiak" userId="5651aec147c3f32a" providerId="LiveId" clId="{2084892A-F025-4CE2-9519-CBEFE76908A4}" dt="2023-05-03T08:37:40.206" v="5" actId="47"/>
        <pc:sldMkLst>
          <pc:docMk/>
          <pc:sldMk cId="2615102636" sldId="292"/>
        </pc:sldMkLst>
      </pc:sldChg>
      <pc:sldChg chg="del">
        <pc:chgData name="Grzegorz Szymkowiak" userId="5651aec147c3f32a" providerId="LiveId" clId="{2084892A-F025-4CE2-9519-CBEFE76908A4}" dt="2023-05-03T08:37:40.364" v="6" actId="47"/>
        <pc:sldMkLst>
          <pc:docMk/>
          <pc:sldMk cId="2615102636" sldId="293"/>
        </pc:sldMkLst>
      </pc:sldChg>
      <pc:sldChg chg="del">
        <pc:chgData name="Grzegorz Szymkowiak" userId="5651aec147c3f32a" providerId="LiveId" clId="{2084892A-F025-4CE2-9519-CBEFE76908A4}" dt="2023-05-03T08:37:40.535" v="7" actId="47"/>
        <pc:sldMkLst>
          <pc:docMk/>
          <pc:sldMk cId="2615102636" sldId="294"/>
        </pc:sldMkLst>
      </pc:sldChg>
      <pc:sldChg chg="del">
        <pc:chgData name="Grzegorz Szymkowiak" userId="5651aec147c3f32a" providerId="LiveId" clId="{2084892A-F025-4CE2-9519-CBEFE76908A4}" dt="2023-05-03T08:37:40.677" v="8" actId="47"/>
        <pc:sldMkLst>
          <pc:docMk/>
          <pc:sldMk cId="2615102636" sldId="295"/>
        </pc:sldMkLst>
      </pc:sldChg>
      <pc:sldChg chg="del">
        <pc:chgData name="Grzegorz Szymkowiak" userId="5651aec147c3f32a" providerId="LiveId" clId="{2084892A-F025-4CE2-9519-CBEFE76908A4}" dt="2023-05-03T08:37:40.882" v="9" actId="47"/>
        <pc:sldMkLst>
          <pc:docMk/>
          <pc:sldMk cId="2615102636" sldId="296"/>
        </pc:sldMkLst>
      </pc:sldChg>
      <pc:sldChg chg="del">
        <pc:chgData name="Grzegorz Szymkowiak" userId="5651aec147c3f32a" providerId="LiveId" clId="{2084892A-F025-4CE2-9519-CBEFE76908A4}" dt="2023-05-03T08:37:41.053" v="10" actId="47"/>
        <pc:sldMkLst>
          <pc:docMk/>
          <pc:sldMk cId="2615102636" sldId="297"/>
        </pc:sldMkLst>
      </pc:sldChg>
      <pc:sldChg chg="del">
        <pc:chgData name="Grzegorz Szymkowiak" userId="5651aec147c3f32a" providerId="LiveId" clId="{2084892A-F025-4CE2-9519-CBEFE76908A4}" dt="2023-05-03T08:37:41.760" v="11" actId="47"/>
        <pc:sldMkLst>
          <pc:docMk/>
          <pc:sldMk cId="2615102636" sldId="298"/>
        </pc:sldMkLst>
      </pc:sldChg>
      <pc:sldChg chg="del">
        <pc:chgData name="Grzegorz Szymkowiak" userId="5651aec147c3f32a" providerId="LiveId" clId="{2084892A-F025-4CE2-9519-CBEFE76908A4}" dt="2023-05-03T08:37:41.948" v="12" actId="47"/>
        <pc:sldMkLst>
          <pc:docMk/>
          <pc:sldMk cId="2615102636" sldId="299"/>
        </pc:sldMkLst>
      </pc:sldChg>
      <pc:sldChg chg="del">
        <pc:chgData name="Grzegorz Szymkowiak" userId="5651aec147c3f32a" providerId="LiveId" clId="{2084892A-F025-4CE2-9519-CBEFE76908A4}" dt="2023-05-03T08:37:42.293" v="13" actId="47"/>
        <pc:sldMkLst>
          <pc:docMk/>
          <pc:sldMk cId="2615102636" sldId="300"/>
        </pc:sldMkLst>
      </pc:sldChg>
      <pc:sldChg chg="del">
        <pc:chgData name="Grzegorz Szymkowiak" userId="5651aec147c3f32a" providerId="LiveId" clId="{2084892A-F025-4CE2-9519-CBEFE76908A4}" dt="2023-05-03T08:37:42.513" v="14" actId="47"/>
        <pc:sldMkLst>
          <pc:docMk/>
          <pc:sldMk cId="2615102636" sldId="301"/>
        </pc:sldMkLst>
      </pc:sldChg>
      <pc:sldChg chg="del">
        <pc:chgData name="Grzegorz Szymkowiak" userId="5651aec147c3f32a" providerId="LiveId" clId="{2084892A-F025-4CE2-9519-CBEFE76908A4}" dt="2023-05-03T08:37:42.685" v="15" actId="47"/>
        <pc:sldMkLst>
          <pc:docMk/>
          <pc:sldMk cId="2615102636" sldId="302"/>
        </pc:sldMkLst>
      </pc:sldChg>
      <pc:sldChg chg="del">
        <pc:chgData name="Grzegorz Szymkowiak" userId="5651aec147c3f32a" providerId="LiveId" clId="{2084892A-F025-4CE2-9519-CBEFE76908A4}" dt="2023-05-03T08:37:42.889" v="16" actId="47"/>
        <pc:sldMkLst>
          <pc:docMk/>
          <pc:sldMk cId="2615102636" sldId="303"/>
        </pc:sldMkLst>
      </pc:sldChg>
      <pc:sldChg chg="del">
        <pc:chgData name="Grzegorz Szymkowiak" userId="5651aec147c3f32a" providerId="LiveId" clId="{2084892A-F025-4CE2-9519-CBEFE76908A4}" dt="2023-05-03T08:37:43.078" v="17" actId="47"/>
        <pc:sldMkLst>
          <pc:docMk/>
          <pc:sldMk cId="2615102636" sldId="304"/>
        </pc:sldMkLst>
      </pc:sldChg>
      <pc:sldChg chg="del">
        <pc:chgData name="Grzegorz Szymkowiak" userId="5651aec147c3f32a" providerId="LiveId" clId="{2084892A-F025-4CE2-9519-CBEFE76908A4}" dt="2023-05-03T08:37:43.511" v="18" actId="47"/>
        <pc:sldMkLst>
          <pc:docMk/>
          <pc:sldMk cId="2615102636" sldId="305"/>
        </pc:sldMkLst>
      </pc:sldChg>
      <pc:sldChg chg="del">
        <pc:chgData name="Grzegorz Szymkowiak" userId="5651aec147c3f32a" providerId="LiveId" clId="{2084892A-F025-4CE2-9519-CBEFE76908A4}" dt="2023-05-03T08:37:44.162" v="19" actId="47"/>
        <pc:sldMkLst>
          <pc:docMk/>
          <pc:sldMk cId="2615102636" sldId="315"/>
        </pc:sldMkLst>
      </pc:sldChg>
      <pc:sldChg chg="addSp modSp mod">
        <pc:chgData name="Grzegorz Szymkowiak" userId="5651aec147c3f32a" providerId="LiveId" clId="{2084892A-F025-4CE2-9519-CBEFE76908A4}" dt="2023-05-03T10:17:37.106" v="40" actId="1076"/>
        <pc:sldMkLst>
          <pc:docMk/>
          <pc:sldMk cId="5463068" sldId="332"/>
        </pc:sldMkLst>
        <pc:spChg chg="mod">
          <ac:chgData name="Grzegorz Szymkowiak" userId="5651aec147c3f32a" providerId="LiveId" clId="{2084892A-F025-4CE2-9519-CBEFE76908A4}" dt="2023-05-03T10:17:33.343" v="39" actId="1076"/>
          <ac:spMkLst>
            <pc:docMk/>
            <pc:sldMk cId="5463068" sldId="332"/>
            <ac:spMk id="2" creationId="{00000000-0000-0000-0000-000000000000}"/>
          </ac:spMkLst>
        </pc:spChg>
        <pc:spChg chg="mod">
          <ac:chgData name="Grzegorz Szymkowiak" userId="5651aec147c3f32a" providerId="LiveId" clId="{2084892A-F025-4CE2-9519-CBEFE76908A4}" dt="2023-05-03T10:17:28.822" v="37" actId="1076"/>
          <ac:spMkLst>
            <pc:docMk/>
            <pc:sldMk cId="5463068" sldId="332"/>
            <ac:spMk id="6" creationId="{F41BA034-6ED4-8191-B8C0-93237775CDAB}"/>
          </ac:spMkLst>
        </pc:spChg>
        <pc:picChg chg="add mod">
          <ac:chgData name="Grzegorz Szymkowiak" userId="5651aec147c3f32a" providerId="LiveId" clId="{2084892A-F025-4CE2-9519-CBEFE76908A4}" dt="2023-05-03T10:17:37.106" v="40" actId="1076"/>
          <ac:picMkLst>
            <pc:docMk/>
            <pc:sldMk cId="5463068" sldId="332"/>
            <ac:picMk id="3" creationId="{C68D27A9-67A1-7183-1C3E-635B922891B0}"/>
          </ac:picMkLst>
        </pc:picChg>
      </pc:sldChg>
      <pc:sldChg chg="add">
        <pc:chgData name="Grzegorz Szymkowiak" userId="5651aec147c3f32a" providerId="LiveId" clId="{2084892A-F025-4CE2-9519-CBEFE76908A4}" dt="2023-05-03T08:37:46.786" v="20"/>
        <pc:sldMkLst>
          <pc:docMk/>
          <pc:sldMk cId="2885019691" sldId="333"/>
        </pc:sldMkLst>
      </pc:sldChg>
      <pc:sldChg chg="add">
        <pc:chgData name="Grzegorz Szymkowiak" userId="5651aec147c3f32a" providerId="LiveId" clId="{2084892A-F025-4CE2-9519-CBEFE76908A4}" dt="2023-05-03T08:37:46.992" v="21"/>
        <pc:sldMkLst>
          <pc:docMk/>
          <pc:sldMk cId="1472127367" sldId="334"/>
        </pc:sldMkLst>
      </pc:sldChg>
      <pc:sldChg chg="add">
        <pc:chgData name="Grzegorz Szymkowiak" userId="5651aec147c3f32a" providerId="LiveId" clId="{2084892A-F025-4CE2-9519-CBEFE76908A4}" dt="2023-05-03T08:37:47.196" v="22"/>
        <pc:sldMkLst>
          <pc:docMk/>
          <pc:sldMk cId="1306918342" sldId="335"/>
        </pc:sldMkLst>
      </pc:sldChg>
      <pc:sldChg chg="add">
        <pc:chgData name="Grzegorz Szymkowiak" userId="5651aec147c3f32a" providerId="LiveId" clId="{2084892A-F025-4CE2-9519-CBEFE76908A4}" dt="2023-05-03T08:37:47.404" v="23"/>
        <pc:sldMkLst>
          <pc:docMk/>
          <pc:sldMk cId="1798602882" sldId="336"/>
        </pc:sldMkLst>
      </pc:sldChg>
      <pc:sldChg chg="add">
        <pc:chgData name="Grzegorz Szymkowiak" userId="5651aec147c3f32a" providerId="LiveId" clId="{2084892A-F025-4CE2-9519-CBEFE76908A4}" dt="2023-05-03T08:37:47.589" v="24"/>
        <pc:sldMkLst>
          <pc:docMk/>
          <pc:sldMk cId="1535008028" sldId="337"/>
        </pc:sldMkLst>
      </pc:sldChg>
      <pc:sldChg chg="add">
        <pc:chgData name="Grzegorz Szymkowiak" userId="5651aec147c3f32a" providerId="LiveId" clId="{2084892A-F025-4CE2-9519-CBEFE76908A4}" dt="2023-05-03T08:37:47.762" v="25"/>
        <pc:sldMkLst>
          <pc:docMk/>
          <pc:sldMk cId="1911874853" sldId="338"/>
        </pc:sldMkLst>
      </pc:sldChg>
      <pc:sldChg chg="add">
        <pc:chgData name="Grzegorz Szymkowiak" userId="5651aec147c3f32a" providerId="LiveId" clId="{2084892A-F025-4CE2-9519-CBEFE76908A4}" dt="2023-05-03T08:37:47.957" v="26"/>
        <pc:sldMkLst>
          <pc:docMk/>
          <pc:sldMk cId="3038610382" sldId="339"/>
        </pc:sldMkLst>
      </pc:sldChg>
      <pc:sldChg chg="add">
        <pc:chgData name="Grzegorz Szymkowiak" userId="5651aec147c3f32a" providerId="LiveId" clId="{2084892A-F025-4CE2-9519-CBEFE76908A4}" dt="2023-05-03T08:37:57.260" v="27"/>
        <pc:sldMkLst>
          <pc:docMk/>
          <pc:sldMk cId="1283837785" sldId="340"/>
        </pc:sldMkLst>
      </pc:sldChg>
      <pc:sldChg chg="add">
        <pc:chgData name="Grzegorz Szymkowiak" userId="5651aec147c3f32a" providerId="LiveId" clId="{2084892A-F025-4CE2-9519-CBEFE76908A4}" dt="2023-05-03T08:37:59.385" v="28"/>
        <pc:sldMkLst>
          <pc:docMk/>
          <pc:sldMk cId="4041780392" sldId="341"/>
        </pc:sldMkLst>
      </pc:sldChg>
      <pc:sldChg chg="add">
        <pc:chgData name="Grzegorz Szymkowiak" userId="5651aec147c3f32a" providerId="LiveId" clId="{2084892A-F025-4CE2-9519-CBEFE76908A4}" dt="2023-05-03T08:38:04.294" v="29"/>
        <pc:sldMkLst>
          <pc:docMk/>
          <pc:sldMk cId="547595671" sldId="342"/>
        </pc:sldMkLst>
      </pc:sldChg>
    </pc:docChg>
  </pc:docChgLst>
  <pc:docChgLst>
    <pc:chgData name="Grzegorz Szymkowiak" userId="5651aec147c3f32a" providerId="LiveId" clId="{EC8E751C-57B9-40F0-A462-465BB2A2105A}"/>
    <pc:docChg chg="custSel addSld modSld">
      <pc:chgData name="Grzegorz Szymkowiak" userId="5651aec147c3f32a" providerId="LiveId" clId="{EC8E751C-57B9-40F0-A462-465BB2A2105A}" dt="2024-09-26T17:07:55.698" v="7" actId="1076"/>
      <pc:docMkLst>
        <pc:docMk/>
      </pc:docMkLst>
      <pc:sldChg chg="addSp delSp modSp add mod">
        <pc:chgData name="Grzegorz Szymkowiak" userId="5651aec147c3f32a" providerId="LiveId" clId="{EC8E751C-57B9-40F0-A462-465BB2A2105A}" dt="2024-09-26T16:56:09.570" v="3" actId="1076"/>
        <pc:sldMkLst>
          <pc:docMk/>
          <pc:sldMk cId="2583601894" sldId="355"/>
        </pc:sldMkLst>
        <pc:spChg chg="del">
          <ac:chgData name="Grzegorz Szymkowiak" userId="5651aec147c3f32a" providerId="LiveId" clId="{EC8E751C-57B9-40F0-A462-465BB2A2105A}" dt="2024-09-26T16:43:55.331" v="1" actId="478"/>
          <ac:spMkLst>
            <pc:docMk/>
            <pc:sldMk cId="2583601894" sldId="355"/>
            <ac:spMk id="5" creationId="{45F5AD08-869C-6AEF-4FB2-D2981F177973}"/>
          </ac:spMkLst>
        </pc:spChg>
        <pc:picChg chg="add mod">
          <ac:chgData name="Grzegorz Szymkowiak" userId="5651aec147c3f32a" providerId="LiveId" clId="{EC8E751C-57B9-40F0-A462-465BB2A2105A}" dt="2024-09-26T16:56:09.570" v="3" actId="1076"/>
          <ac:picMkLst>
            <pc:docMk/>
            <pc:sldMk cId="2583601894" sldId="355"/>
            <ac:picMk id="4" creationId="{CE44AA55-686F-BBA3-98D7-038FAF00BF1A}"/>
          </ac:picMkLst>
        </pc:picChg>
      </pc:sldChg>
      <pc:sldChg chg="addSp delSp modSp add mod">
        <pc:chgData name="Grzegorz Szymkowiak" userId="5651aec147c3f32a" providerId="LiveId" clId="{EC8E751C-57B9-40F0-A462-465BB2A2105A}" dt="2024-09-26T17:07:55.698" v="7" actId="1076"/>
        <pc:sldMkLst>
          <pc:docMk/>
          <pc:sldMk cId="4175485776" sldId="356"/>
        </pc:sldMkLst>
        <pc:picChg chg="del">
          <ac:chgData name="Grzegorz Szymkowiak" userId="5651aec147c3f32a" providerId="LiveId" clId="{EC8E751C-57B9-40F0-A462-465BB2A2105A}" dt="2024-09-26T17:07:07.811" v="5" actId="478"/>
          <ac:picMkLst>
            <pc:docMk/>
            <pc:sldMk cId="4175485776" sldId="356"/>
            <ac:picMk id="4" creationId="{CE44AA55-686F-BBA3-98D7-038FAF00BF1A}"/>
          </ac:picMkLst>
        </pc:picChg>
        <pc:picChg chg="add mod">
          <ac:chgData name="Grzegorz Szymkowiak" userId="5651aec147c3f32a" providerId="LiveId" clId="{EC8E751C-57B9-40F0-A462-465BB2A2105A}" dt="2024-09-26T17:07:55.698" v="7" actId="1076"/>
          <ac:picMkLst>
            <pc:docMk/>
            <pc:sldMk cId="4175485776" sldId="356"/>
            <ac:picMk id="5" creationId="{3935430A-570F-73C9-C348-9AEE9BDF9161}"/>
          </ac:picMkLst>
        </pc:picChg>
      </pc:sldChg>
    </pc:docChg>
  </pc:docChgLst>
  <pc:docChgLst>
    <pc:chgData name="Grzegorz Szymkowiak" userId="5651aec147c3f32a" providerId="LiveId" clId="{367802F1-8421-47FE-9908-40B3DFB10560}"/>
    <pc:docChg chg="undo custSel addSld delSld modSld sldOrd">
      <pc:chgData name="Grzegorz Szymkowiak" userId="5651aec147c3f32a" providerId="LiveId" clId="{367802F1-8421-47FE-9908-40B3DFB10560}" dt="2024-03-09T09:15:47.326" v="1845" actId="1076"/>
      <pc:docMkLst>
        <pc:docMk/>
      </pc:docMkLst>
      <pc:sldChg chg="del">
        <pc:chgData name="Grzegorz Szymkowiak" userId="5651aec147c3f32a" providerId="LiveId" clId="{367802F1-8421-47FE-9908-40B3DFB10560}" dt="2024-02-14T15:49:56.892" v="80" actId="47"/>
        <pc:sldMkLst>
          <pc:docMk/>
          <pc:sldMk cId="3624809975" sldId="282"/>
        </pc:sldMkLst>
      </pc:sldChg>
      <pc:sldChg chg="addSp delSp modSp mod ord">
        <pc:chgData name="Grzegorz Szymkowiak" userId="5651aec147c3f32a" providerId="LiveId" clId="{367802F1-8421-47FE-9908-40B3DFB10560}" dt="2024-02-18T09:45:00.815" v="894" actId="478"/>
        <pc:sldMkLst>
          <pc:docMk/>
          <pc:sldMk cId="2725453658" sldId="288"/>
        </pc:sldMkLst>
        <pc:spChg chg="mod">
          <ac:chgData name="Grzegorz Szymkowiak" userId="5651aec147c3f32a" providerId="LiveId" clId="{367802F1-8421-47FE-9908-40B3DFB10560}" dt="2024-02-14T15:48:00.077" v="67" actId="20577"/>
          <ac:spMkLst>
            <pc:docMk/>
            <pc:sldMk cId="2725453658" sldId="288"/>
            <ac:spMk id="2" creationId="{00000000-0000-0000-0000-000000000000}"/>
          </ac:spMkLst>
        </pc:spChg>
        <pc:spChg chg="mod">
          <ac:chgData name="Grzegorz Szymkowiak" userId="5651aec147c3f32a" providerId="LiveId" clId="{367802F1-8421-47FE-9908-40B3DFB10560}" dt="2024-02-18T09:42:25.327" v="847" actId="207"/>
          <ac:spMkLst>
            <pc:docMk/>
            <pc:sldMk cId="2725453658" sldId="288"/>
            <ac:spMk id="5" creationId="{00000000-0000-0000-0000-000000000000}"/>
          </ac:spMkLst>
        </pc:spChg>
        <pc:picChg chg="add del mod">
          <ac:chgData name="Grzegorz Szymkowiak" userId="5651aec147c3f32a" providerId="LiveId" clId="{367802F1-8421-47FE-9908-40B3DFB10560}" dt="2024-02-14T15:52:58.375" v="107" actId="21"/>
          <ac:picMkLst>
            <pc:docMk/>
            <pc:sldMk cId="2725453658" sldId="288"/>
            <ac:picMk id="4" creationId="{2383B5FF-E404-C93C-BC99-994D69DB58C7}"/>
          </ac:picMkLst>
        </pc:picChg>
        <pc:picChg chg="add del mod">
          <ac:chgData name="Grzegorz Szymkowiak" userId="5651aec147c3f32a" providerId="LiveId" clId="{367802F1-8421-47FE-9908-40B3DFB10560}" dt="2024-02-14T15:54:18.354" v="111" actId="478"/>
          <ac:picMkLst>
            <pc:docMk/>
            <pc:sldMk cId="2725453658" sldId="288"/>
            <ac:picMk id="7" creationId="{D9A193A5-81F8-0937-C96B-4AE215EB7081}"/>
          </ac:picMkLst>
        </pc:picChg>
        <pc:picChg chg="add del mod">
          <ac:chgData name="Grzegorz Szymkowiak" userId="5651aec147c3f32a" providerId="LiveId" clId="{367802F1-8421-47FE-9908-40B3DFB10560}" dt="2024-02-18T09:45:00.815" v="894" actId="478"/>
          <ac:picMkLst>
            <pc:docMk/>
            <pc:sldMk cId="2725453658" sldId="288"/>
            <ac:picMk id="9" creationId="{5D02E491-926B-AF61-AA8A-0F355A646904}"/>
          </ac:picMkLst>
        </pc:picChg>
      </pc:sldChg>
      <pc:sldChg chg="modSp mod">
        <pc:chgData name="Grzegorz Szymkowiak" userId="5651aec147c3f32a" providerId="LiveId" clId="{367802F1-8421-47FE-9908-40B3DFB10560}" dt="2024-02-14T15:43:56.726" v="45" actId="20577"/>
        <pc:sldMkLst>
          <pc:docMk/>
          <pc:sldMk cId="5463068" sldId="332"/>
        </pc:sldMkLst>
        <pc:spChg chg="mod">
          <ac:chgData name="Grzegorz Szymkowiak" userId="5651aec147c3f32a" providerId="LiveId" clId="{367802F1-8421-47FE-9908-40B3DFB10560}" dt="2024-02-14T15:43:56.726" v="45" actId="20577"/>
          <ac:spMkLst>
            <pc:docMk/>
            <pc:sldMk cId="5463068" sldId="332"/>
            <ac:spMk id="2" creationId="{00000000-0000-0000-0000-000000000000}"/>
          </ac:spMkLst>
        </pc:spChg>
      </pc:sldChg>
      <pc:sldChg chg="del">
        <pc:chgData name="Grzegorz Szymkowiak" userId="5651aec147c3f32a" providerId="LiveId" clId="{367802F1-8421-47FE-9908-40B3DFB10560}" dt="2024-02-14T15:49:57.486" v="81" actId="47"/>
        <pc:sldMkLst>
          <pc:docMk/>
          <pc:sldMk cId="2885019691" sldId="333"/>
        </pc:sldMkLst>
      </pc:sldChg>
      <pc:sldChg chg="addSp delSp modSp add mod">
        <pc:chgData name="Grzegorz Szymkowiak" userId="5651aec147c3f32a" providerId="LiveId" clId="{367802F1-8421-47FE-9908-40B3DFB10560}" dt="2024-02-18T09:44:26.437" v="888" actId="478"/>
        <pc:sldMkLst>
          <pc:docMk/>
          <pc:sldMk cId="2924871795" sldId="333"/>
        </pc:sldMkLst>
        <pc:spChg chg="mod">
          <ac:chgData name="Grzegorz Szymkowiak" userId="5651aec147c3f32a" providerId="LiveId" clId="{367802F1-8421-47FE-9908-40B3DFB10560}" dt="2024-02-18T09:44:06.960" v="887" actId="20578"/>
          <ac:spMkLst>
            <pc:docMk/>
            <pc:sldMk cId="2924871795" sldId="333"/>
            <ac:spMk id="5" creationId="{C65928D8-5693-EBC1-7C41-96AE541215BA}"/>
          </ac:spMkLst>
        </pc:spChg>
        <pc:picChg chg="add del mod">
          <ac:chgData name="Grzegorz Szymkowiak" userId="5651aec147c3f32a" providerId="LiveId" clId="{367802F1-8421-47FE-9908-40B3DFB10560}" dt="2024-02-18T09:44:26.437" v="888" actId="478"/>
          <ac:picMkLst>
            <pc:docMk/>
            <pc:sldMk cId="2924871795" sldId="333"/>
            <ac:picMk id="3" creationId="{2383B5FF-E404-C93C-BC99-994D69DB58C7}"/>
          </ac:picMkLst>
        </pc:picChg>
        <pc:picChg chg="del">
          <ac:chgData name="Grzegorz Szymkowiak" userId="5651aec147c3f32a" providerId="LiveId" clId="{367802F1-8421-47FE-9908-40B3DFB10560}" dt="2024-02-14T15:51:07.348" v="94" actId="478"/>
          <ac:picMkLst>
            <pc:docMk/>
            <pc:sldMk cId="2924871795" sldId="333"/>
            <ac:picMk id="4" creationId="{327B8FF1-D210-952E-C4CF-E1434442B5BC}"/>
          </ac:picMkLst>
        </pc:picChg>
      </pc:sldChg>
      <pc:sldChg chg="delSp modSp add mod">
        <pc:chgData name="Grzegorz Szymkowiak" userId="5651aec147c3f32a" providerId="LiveId" clId="{367802F1-8421-47FE-9908-40B3DFB10560}" dt="2024-02-18T09:46:38.937" v="909" actId="20577"/>
        <pc:sldMkLst>
          <pc:docMk/>
          <pc:sldMk cId="329929138" sldId="334"/>
        </pc:sldMkLst>
        <pc:spChg chg="mod">
          <ac:chgData name="Grzegorz Szymkowiak" userId="5651aec147c3f32a" providerId="LiveId" clId="{367802F1-8421-47FE-9908-40B3DFB10560}" dt="2024-02-18T09:46:38.937" v="909" actId="20577"/>
          <ac:spMkLst>
            <pc:docMk/>
            <pc:sldMk cId="329929138" sldId="334"/>
            <ac:spMk id="5" creationId="{E771B96C-110C-CDD8-C524-1DA5A4D277D0}"/>
          </ac:spMkLst>
        </pc:spChg>
        <pc:picChg chg="del">
          <ac:chgData name="Grzegorz Szymkowiak" userId="5651aec147c3f32a" providerId="LiveId" clId="{367802F1-8421-47FE-9908-40B3DFB10560}" dt="2024-02-14T15:55:09.455" v="115" actId="478"/>
          <ac:picMkLst>
            <pc:docMk/>
            <pc:sldMk cId="329929138" sldId="334"/>
            <ac:picMk id="3" creationId="{594B8D57-E680-98F1-8983-C7F00C593FDA}"/>
          </ac:picMkLst>
        </pc:picChg>
      </pc:sldChg>
      <pc:sldChg chg="del">
        <pc:chgData name="Grzegorz Szymkowiak" userId="5651aec147c3f32a" providerId="LiveId" clId="{367802F1-8421-47FE-9908-40B3DFB10560}" dt="2024-02-14T15:49:57.846" v="83" actId="47"/>
        <pc:sldMkLst>
          <pc:docMk/>
          <pc:sldMk cId="1472127367" sldId="334"/>
        </pc:sldMkLst>
      </pc:sldChg>
      <pc:sldChg chg="del">
        <pc:chgData name="Grzegorz Szymkowiak" userId="5651aec147c3f32a" providerId="LiveId" clId="{367802F1-8421-47FE-9908-40B3DFB10560}" dt="2024-02-14T15:49:58.002" v="84" actId="47"/>
        <pc:sldMkLst>
          <pc:docMk/>
          <pc:sldMk cId="1306918342" sldId="335"/>
        </pc:sldMkLst>
      </pc:sldChg>
      <pc:sldChg chg="addSp delSp modSp add mod">
        <pc:chgData name="Grzegorz Szymkowiak" userId="5651aec147c3f32a" providerId="LiveId" clId="{367802F1-8421-47FE-9908-40B3DFB10560}" dt="2024-02-18T09:58:11.066" v="1389" actId="20577"/>
        <pc:sldMkLst>
          <pc:docMk/>
          <pc:sldMk cId="2659240135" sldId="335"/>
        </pc:sldMkLst>
        <pc:spChg chg="mod">
          <ac:chgData name="Grzegorz Szymkowiak" userId="5651aec147c3f32a" providerId="LiveId" clId="{367802F1-8421-47FE-9908-40B3DFB10560}" dt="2024-02-18T09:58:11.066" v="1389" actId="20577"/>
          <ac:spMkLst>
            <pc:docMk/>
            <pc:sldMk cId="2659240135" sldId="335"/>
            <ac:spMk id="5" creationId="{7A54112A-06B3-3324-BBE6-E7C3105101D9}"/>
          </ac:spMkLst>
        </pc:spChg>
        <pc:picChg chg="add del mod">
          <ac:chgData name="Grzegorz Szymkowiak" userId="5651aec147c3f32a" providerId="LiveId" clId="{367802F1-8421-47FE-9908-40B3DFB10560}" dt="2024-02-14T16:00:05.146" v="169" actId="478"/>
          <ac:picMkLst>
            <pc:docMk/>
            <pc:sldMk cId="2659240135" sldId="335"/>
            <ac:picMk id="4" creationId="{FED723A5-11E2-35CA-D3BA-0C7801650E3E}"/>
          </ac:picMkLst>
        </pc:picChg>
      </pc:sldChg>
      <pc:sldChg chg="del">
        <pc:chgData name="Grzegorz Szymkowiak" userId="5651aec147c3f32a" providerId="LiveId" clId="{367802F1-8421-47FE-9908-40B3DFB10560}" dt="2024-02-14T15:49:58.361" v="86" actId="47"/>
        <pc:sldMkLst>
          <pc:docMk/>
          <pc:sldMk cId="1798602882" sldId="336"/>
        </pc:sldMkLst>
      </pc:sldChg>
      <pc:sldChg chg="modSp add mod">
        <pc:chgData name="Grzegorz Szymkowiak" userId="5651aec147c3f32a" providerId="LiveId" clId="{367802F1-8421-47FE-9908-40B3DFB10560}" dt="2024-02-18T10:01:42.721" v="1399" actId="20577"/>
        <pc:sldMkLst>
          <pc:docMk/>
          <pc:sldMk cId="2002261211" sldId="336"/>
        </pc:sldMkLst>
        <pc:spChg chg="mod">
          <ac:chgData name="Grzegorz Szymkowiak" userId="5651aec147c3f32a" providerId="LiveId" clId="{367802F1-8421-47FE-9908-40B3DFB10560}" dt="2024-02-18T10:01:42.721" v="1399" actId="20577"/>
          <ac:spMkLst>
            <pc:docMk/>
            <pc:sldMk cId="2002261211" sldId="336"/>
            <ac:spMk id="5" creationId="{89CFFD9C-57CB-4E1F-76CA-609621E9890E}"/>
          </ac:spMkLst>
        </pc:spChg>
      </pc:sldChg>
      <pc:sldChg chg="del">
        <pc:chgData name="Grzegorz Szymkowiak" userId="5651aec147c3f32a" providerId="LiveId" clId="{367802F1-8421-47FE-9908-40B3DFB10560}" dt="2024-02-14T15:49:58.940" v="87" actId="47"/>
        <pc:sldMkLst>
          <pc:docMk/>
          <pc:sldMk cId="1535008028" sldId="337"/>
        </pc:sldMkLst>
      </pc:sldChg>
      <pc:sldChg chg="addSp delSp modSp add mod">
        <pc:chgData name="Grzegorz Szymkowiak" userId="5651aec147c3f32a" providerId="LiveId" clId="{367802F1-8421-47FE-9908-40B3DFB10560}" dt="2024-02-18T10:00:58.821" v="1391" actId="22"/>
        <pc:sldMkLst>
          <pc:docMk/>
          <pc:sldMk cId="3750532736" sldId="337"/>
        </pc:sldMkLst>
        <pc:spChg chg="del">
          <ac:chgData name="Grzegorz Szymkowiak" userId="5651aec147c3f32a" providerId="LiveId" clId="{367802F1-8421-47FE-9908-40B3DFB10560}" dt="2024-02-14T16:00:08.029" v="170" actId="478"/>
          <ac:spMkLst>
            <pc:docMk/>
            <pc:sldMk cId="3750532736" sldId="337"/>
            <ac:spMk id="5" creationId="{732725CD-8F35-5928-641E-991A597671D1}"/>
          </ac:spMkLst>
        </pc:spChg>
        <pc:picChg chg="del mod">
          <ac:chgData name="Grzegorz Szymkowiak" userId="5651aec147c3f32a" providerId="LiveId" clId="{367802F1-8421-47FE-9908-40B3DFB10560}" dt="2024-02-18T10:00:58.585" v="1390" actId="478"/>
          <ac:picMkLst>
            <pc:docMk/>
            <pc:sldMk cId="3750532736" sldId="337"/>
            <ac:picMk id="4" creationId="{3D7AB705-2245-E32F-CD36-266A11B57094}"/>
          </ac:picMkLst>
        </pc:picChg>
        <pc:picChg chg="add">
          <ac:chgData name="Grzegorz Szymkowiak" userId="5651aec147c3f32a" providerId="LiveId" clId="{367802F1-8421-47FE-9908-40B3DFB10560}" dt="2024-02-18T10:00:58.821" v="1391" actId="22"/>
          <ac:picMkLst>
            <pc:docMk/>
            <pc:sldMk cId="3750532736" sldId="337"/>
            <ac:picMk id="5" creationId="{72C09827-54E2-B0AE-8FC9-DC118170A931}"/>
          </ac:picMkLst>
        </pc:picChg>
      </pc:sldChg>
      <pc:sldChg chg="del">
        <pc:chgData name="Grzegorz Szymkowiak" userId="5651aec147c3f32a" providerId="LiveId" clId="{367802F1-8421-47FE-9908-40B3DFB10560}" dt="2024-02-14T15:49:59.799" v="89" actId="47"/>
        <pc:sldMkLst>
          <pc:docMk/>
          <pc:sldMk cId="1911874853" sldId="338"/>
        </pc:sldMkLst>
      </pc:sldChg>
      <pc:sldChg chg="addSp delSp modSp add mod">
        <pc:chgData name="Grzegorz Szymkowiak" userId="5651aec147c3f32a" providerId="LiveId" clId="{367802F1-8421-47FE-9908-40B3DFB10560}" dt="2024-02-18T10:15:21.439" v="1416" actId="1076"/>
        <pc:sldMkLst>
          <pc:docMk/>
          <pc:sldMk cId="2734065668" sldId="338"/>
        </pc:sldMkLst>
        <pc:spChg chg="del">
          <ac:chgData name="Grzegorz Szymkowiak" userId="5651aec147c3f32a" providerId="LiveId" clId="{367802F1-8421-47FE-9908-40B3DFB10560}" dt="2024-02-14T16:00:20.229" v="174" actId="478"/>
          <ac:spMkLst>
            <pc:docMk/>
            <pc:sldMk cId="2734065668" sldId="338"/>
            <ac:spMk id="5" creationId="{4507B958-F3BF-CBAB-2370-9097DFFC7AF9}"/>
          </ac:spMkLst>
        </pc:spChg>
        <pc:picChg chg="add del">
          <ac:chgData name="Grzegorz Szymkowiak" userId="5651aec147c3f32a" providerId="LiveId" clId="{367802F1-8421-47FE-9908-40B3DFB10560}" dt="2024-02-18T10:14:55.282" v="1414" actId="478"/>
          <ac:picMkLst>
            <pc:docMk/>
            <pc:sldMk cId="2734065668" sldId="338"/>
            <ac:picMk id="4" creationId="{B1A2107F-E99F-2B8C-08D0-2D311E5C3E6C}"/>
          </ac:picMkLst>
        </pc:picChg>
        <pc:picChg chg="add mod">
          <ac:chgData name="Grzegorz Szymkowiak" userId="5651aec147c3f32a" providerId="LiveId" clId="{367802F1-8421-47FE-9908-40B3DFB10560}" dt="2024-02-18T10:15:21.439" v="1416" actId="1076"/>
          <ac:picMkLst>
            <pc:docMk/>
            <pc:sldMk cId="2734065668" sldId="338"/>
            <ac:picMk id="5" creationId="{444EAADC-2814-5ABA-E9A5-4C7B61C88834}"/>
          </ac:picMkLst>
        </pc:picChg>
      </pc:sldChg>
      <pc:sldChg chg="addSp modSp add mod">
        <pc:chgData name="Grzegorz Szymkowiak" userId="5651aec147c3f32a" providerId="LiveId" clId="{367802F1-8421-47FE-9908-40B3DFB10560}" dt="2024-02-18T10:02:43.029" v="1413" actId="20577"/>
        <pc:sldMkLst>
          <pc:docMk/>
          <pc:sldMk cId="1645711871" sldId="339"/>
        </pc:sldMkLst>
        <pc:spChg chg="add mod">
          <ac:chgData name="Grzegorz Szymkowiak" userId="5651aec147c3f32a" providerId="LiveId" clId="{367802F1-8421-47FE-9908-40B3DFB10560}" dt="2024-02-18T10:02:43.029" v="1413" actId="20577"/>
          <ac:spMkLst>
            <pc:docMk/>
            <pc:sldMk cId="1645711871" sldId="339"/>
            <ac:spMk id="3" creationId="{E002D825-6AB6-7DBB-2929-EE9E53CB6E66}"/>
          </ac:spMkLst>
        </pc:spChg>
      </pc:sldChg>
      <pc:sldChg chg="del">
        <pc:chgData name="Grzegorz Szymkowiak" userId="5651aec147c3f32a" providerId="LiveId" clId="{367802F1-8421-47FE-9908-40B3DFB10560}" dt="2024-02-14T15:50:00.018" v="90" actId="47"/>
        <pc:sldMkLst>
          <pc:docMk/>
          <pc:sldMk cId="3038610382" sldId="339"/>
        </pc:sldMkLst>
      </pc:sldChg>
      <pc:sldChg chg="del">
        <pc:chgData name="Grzegorz Szymkowiak" userId="5651aec147c3f32a" providerId="LiveId" clId="{367802F1-8421-47FE-9908-40B3DFB10560}" dt="2024-02-14T15:49:57.675" v="82" actId="47"/>
        <pc:sldMkLst>
          <pc:docMk/>
          <pc:sldMk cId="1283837785" sldId="340"/>
        </pc:sldMkLst>
      </pc:sldChg>
      <pc:sldChg chg="modSp add mod">
        <pc:chgData name="Grzegorz Szymkowiak" userId="5651aec147c3f32a" providerId="LiveId" clId="{367802F1-8421-47FE-9908-40B3DFB10560}" dt="2024-02-18T10:15:43.014" v="1430" actId="20577"/>
        <pc:sldMkLst>
          <pc:docMk/>
          <pc:sldMk cId="1465620270" sldId="340"/>
        </pc:sldMkLst>
        <pc:spChg chg="mod">
          <ac:chgData name="Grzegorz Szymkowiak" userId="5651aec147c3f32a" providerId="LiveId" clId="{367802F1-8421-47FE-9908-40B3DFB10560}" dt="2024-02-18T10:15:43.014" v="1430" actId="20577"/>
          <ac:spMkLst>
            <pc:docMk/>
            <pc:sldMk cId="1465620270" sldId="340"/>
            <ac:spMk id="3" creationId="{1857ABFE-39D4-087B-A1D4-3E3A2F50551F}"/>
          </ac:spMkLst>
        </pc:spChg>
      </pc:sldChg>
      <pc:sldChg chg="addSp delSp add mod">
        <pc:chgData name="Grzegorz Szymkowiak" userId="5651aec147c3f32a" providerId="LiveId" clId="{367802F1-8421-47FE-9908-40B3DFB10560}" dt="2024-02-14T16:04:48.549" v="191" actId="22"/>
        <pc:sldMkLst>
          <pc:docMk/>
          <pc:sldMk cId="598380237" sldId="341"/>
        </pc:sldMkLst>
        <pc:spChg chg="del">
          <ac:chgData name="Grzegorz Szymkowiak" userId="5651aec147c3f32a" providerId="LiveId" clId="{367802F1-8421-47FE-9908-40B3DFB10560}" dt="2024-02-14T16:04:07.819" v="190" actId="478"/>
          <ac:spMkLst>
            <pc:docMk/>
            <pc:sldMk cId="598380237" sldId="341"/>
            <ac:spMk id="3" creationId="{8F1943D7-F44E-3737-8545-1AD617CB016E}"/>
          </ac:spMkLst>
        </pc:spChg>
        <pc:picChg chg="add">
          <ac:chgData name="Grzegorz Szymkowiak" userId="5651aec147c3f32a" providerId="LiveId" clId="{367802F1-8421-47FE-9908-40B3DFB10560}" dt="2024-02-14T16:04:48.549" v="191" actId="22"/>
          <ac:picMkLst>
            <pc:docMk/>
            <pc:sldMk cId="598380237" sldId="341"/>
            <ac:picMk id="5" creationId="{E539480B-1711-0593-534C-BCD595198D4A}"/>
          </ac:picMkLst>
        </pc:picChg>
      </pc:sldChg>
      <pc:sldChg chg="del">
        <pc:chgData name="Grzegorz Szymkowiak" userId="5651aec147c3f32a" providerId="LiveId" clId="{367802F1-8421-47FE-9908-40B3DFB10560}" dt="2024-02-14T15:49:58.174" v="85" actId="47"/>
        <pc:sldMkLst>
          <pc:docMk/>
          <pc:sldMk cId="4041780392" sldId="341"/>
        </pc:sldMkLst>
      </pc:sldChg>
      <pc:sldChg chg="del">
        <pc:chgData name="Grzegorz Szymkowiak" userId="5651aec147c3f32a" providerId="LiveId" clId="{367802F1-8421-47FE-9908-40B3DFB10560}" dt="2024-02-14T15:49:59.502" v="88" actId="47"/>
        <pc:sldMkLst>
          <pc:docMk/>
          <pc:sldMk cId="547595671" sldId="342"/>
        </pc:sldMkLst>
      </pc:sldChg>
      <pc:sldChg chg="modSp add mod">
        <pc:chgData name="Grzegorz Szymkowiak" userId="5651aec147c3f32a" providerId="LiveId" clId="{367802F1-8421-47FE-9908-40B3DFB10560}" dt="2024-02-20T17:58:21.298" v="1737" actId="20577"/>
        <pc:sldMkLst>
          <pc:docMk/>
          <pc:sldMk cId="3419410354" sldId="342"/>
        </pc:sldMkLst>
        <pc:spChg chg="mod">
          <ac:chgData name="Grzegorz Szymkowiak" userId="5651aec147c3f32a" providerId="LiveId" clId="{367802F1-8421-47FE-9908-40B3DFB10560}" dt="2024-02-20T17:58:21.298" v="1737" actId="20577"/>
          <ac:spMkLst>
            <pc:docMk/>
            <pc:sldMk cId="3419410354" sldId="342"/>
            <ac:spMk id="3" creationId="{039C2C3A-3E8D-3040-B684-16F1936553C3}"/>
          </ac:spMkLst>
        </pc:spChg>
      </pc:sldChg>
      <pc:sldChg chg="modSp add mod">
        <pc:chgData name="Grzegorz Szymkowiak" userId="5651aec147c3f32a" providerId="LiveId" clId="{367802F1-8421-47FE-9908-40B3DFB10560}" dt="2024-02-18T10:31:49.172" v="1732" actId="948"/>
        <pc:sldMkLst>
          <pc:docMk/>
          <pc:sldMk cId="601247246" sldId="343"/>
        </pc:sldMkLst>
        <pc:spChg chg="mod">
          <ac:chgData name="Grzegorz Szymkowiak" userId="5651aec147c3f32a" providerId="LiveId" clId="{367802F1-8421-47FE-9908-40B3DFB10560}" dt="2024-02-18T10:31:49.172" v="1732" actId="948"/>
          <ac:spMkLst>
            <pc:docMk/>
            <pc:sldMk cId="601247246" sldId="343"/>
            <ac:spMk id="3" creationId="{8E2BA344-3925-509D-BF76-810B80759C27}"/>
          </ac:spMkLst>
        </pc:spChg>
      </pc:sldChg>
      <pc:sldChg chg="addSp delSp modSp add mod">
        <pc:chgData name="Grzegorz Szymkowiak" userId="5651aec147c3f32a" providerId="LiveId" clId="{367802F1-8421-47FE-9908-40B3DFB10560}" dt="2024-02-18T09:41:09.051" v="822" actId="20577"/>
        <pc:sldMkLst>
          <pc:docMk/>
          <pc:sldMk cId="461287522" sldId="344"/>
        </pc:sldMkLst>
        <pc:spChg chg="add del">
          <ac:chgData name="Grzegorz Szymkowiak" userId="5651aec147c3f32a" providerId="LiveId" clId="{367802F1-8421-47FE-9908-40B3DFB10560}" dt="2024-02-14T16:10:06.422" v="251" actId="22"/>
          <ac:spMkLst>
            <pc:docMk/>
            <pc:sldMk cId="461287522" sldId="344"/>
            <ac:spMk id="4" creationId="{0BBD8B2F-9290-8644-1255-C8F6A3EAD5C3}"/>
          </ac:spMkLst>
        </pc:spChg>
        <pc:spChg chg="mod">
          <ac:chgData name="Grzegorz Szymkowiak" userId="5651aec147c3f32a" providerId="LiveId" clId="{367802F1-8421-47FE-9908-40B3DFB10560}" dt="2024-02-18T09:41:09.051" v="822" actId="20577"/>
          <ac:spMkLst>
            <pc:docMk/>
            <pc:sldMk cId="461287522" sldId="344"/>
            <ac:spMk id="5" creationId="{B2A622F0-AC80-FFA2-79CA-6D513DE27500}"/>
          </ac:spMkLst>
        </pc:spChg>
        <pc:picChg chg="del">
          <ac:chgData name="Grzegorz Szymkowiak" userId="5651aec147c3f32a" providerId="LiveId" clId="{367802F1-8421-47FE-9908-40B3DFB10560}" dt="2024-02-14T16:08:33.223" v="209" actId="478"/>
          <ac:picMkLst>
            <pc:docMk/>
            <pc:sldMk cId="461287522" sldId="344"/>
            <ac:picMk id="9" creationId="{708942CA-C0F5-D4F6-D248-83CBC89FC868}"/>
          </ac:picMkLst>
        </pc:picChg>
      </pc:sldChg>
      <pc:sldChg chg="modSp add del mod">
        <pc:chgData name="Grzegorz Szymkowiak" userId="5651aec147c3f32a" providerId="LiveId" clId="{367802F1-8421-47FE-9908-40B3DFB10560}" dt="2024-02-18T10:02:06.059" v="1400" actId="47"/>
        <pc:sldMkLst>
          <pc:docMk/>
          <pc:sldMk cId="1192941169" sldId="345"/>
        </pc:sldMkLst>
        <pc:spChg chg="mod">
          <ac:chgData name="Grzegorz Szymkowiak" userId="5651aec147c3f32a" providerId="LiveId" clId="{367802F1-8421-47FE-9908-40B3DFB10560}" dt="2024-02-14T16:11:40.605" v="275"/>
          <ac:spMkLst>
            <pc:docMk/>
            <pc:sldMk cId="1192941169" sldId="345"/>
            <ac:spMk id="5" creationId="{F86507B9-7E38-B39F-631D-E4F7F6741AF8}"/>
          </ac:spMkLst>
        </pc:spChg>
      </pc:sldChg>
      <pc:sldChg chg="modSp add del mod">
        <pc:chgData name="Grzegorz Szymkowiak" userId="5651aec147c3f32a" providerId="LiveId" clId="{367802F1-8421-47FE-9908-40B3DFB10560}" dt="2024-02-14T16:10:44.990" v="263" actId="2696"/>
        <pc:sldMkLst>
          <pc:docMk/>
          <pc:sldMk cId="2103815482" sldId="345"/>
        </pc:sldMkLst>
        <pc:spChg chg="mod">
          <ac:chgData name="Grzegorz Szymkowiak" userId="5651aec147c3f32a" providerId="LiveId" clId="{367802F1-8421-47FE-9908-40B3DFB10560}" dt="2024-02-14T16:10:25.490" v="262" actId="207"/>
          <ac:spMkLst>
            <pc:docMk/>
            <pc:sldMk cId="2103815482" sldId="345"/>
            <ac:spMk id="5" creationId="{CF0A4840-01B8-AF25-7BEF-F562AC7DF3CE}"/>
          </ac:spMkLst>
        </pc:spChg>
      </pc:sldChg>
      <pc:sldChg chg="modSp add mod">
        <pc:chgData name="Grzegorz Szymkowiak" userId="5651aec147c3f32a" providerId="LiveId" clId="{367802F1-8421-47FE-9908-40B3DFB10560}" dt="2024-02-18T10:32:09.561" v="1735" actId="207"/>
        <pc:sldMkLst>
          <pc:docMk/>
          <pc:sldMk cId="2889570492" sldId="346"/>
        </pc:sldMkLst>
        <pc:spChg chg="mod">
          <ac:chgData name="Grzegorz Szymkowiak" userId="5651aec147c3f32a" providerId="LiveId" clId="{367802F1-8421-47FE-9908-40B3DFB10560}" dt="2024-02-18T10:32:09.561" v="1735" actId="207"/>
          <ac:spMkLst>
            <pc:docMk/>
            <pc:sldMk cId="2889570492" sldId="346"/>
            <ac:spMk id="3" creationId="{4EA7AB26-65DA-2E85-833C-1CB7A2FD39C6}"/>
          </ac:spMkLst>
        </pc:spChg>
      </pc:sldChg>
      <pc:sldChg chg="addSp delSp modSp add mod modNotesTx">
        <pc:chgData name="Grzegorz Szymkowiak" userId="5651aec147c3f32a" providerId="LiveId" clId="{367802F1-8421-47FE-9908-40B3DFB10560}" dt="2024-02-18T09:54:39.731" v="1131" actId="14100"/>
        <pc:sldMkLst>
          <pc:docMk/>
          <pc:sldMk cId="3473963560" sldId="347"/>
        </pc:sldMkLst>
        <pc:spChg chg="mod">
          <ac:chgData name="Grzegorz Szymkowiak" userId="5651aec147c3f32a" providerId="LiveId" clId="{367802F1-8421-47FE-9908-40B3DFB10560}" dt="2024-02-18T09:53:13.581" v="1050" actId="20577"/>
          <ac:spMkLst>
            <pc:docMk/>
            <pc:sldMk cId="3473963560" sldId="347"/>
            <ac:spMk id="5" creationId="{2FD8AE2B-12C7-3658-2838-19987C7B9901}"/>
          </ac:spMkLst>
        </pc:spChg>
        <pc:spChg chg="add del">
          <ac:chgData name="Grzegorz Szymkowiak" userId="5651aec147c3f32a" providerId="LiveId" clId="{367802F1-8421-47FE-9908-40B3DFB10560}" dt="2024-02-18T09:53:28.813" v="1052" actId="11529"/>
          <ac:spMkLst>
            <pc:docMk/>
            <pc:sldMk cId="3473963560" sldId="347"/>
            <ac:spMk id="13" creationId="{674CE1CD-035D-1DF1-6004-C52FDD188A80}"/>
          </ac:spMkLst>
        </pc:spChg>
        <pc:spChg chg="add mod">
          <ac:chgData name="Grzegorz Szymkowiak" userId="5651aec147c3f32a" providerId="LiveId" clId="{367802F1-8421-47FE-9908-40B3DFB10560}" dt="2024-02-18T09:54:26.510" v="1129" actId="1076"/>
          <ac:spMkLst>
            <pc:docMk/>
            <pc:sldMk cId="3473963560" sldId="347"/>
            <ac:spMk id="15" creationId="{3B34A588-53E6-5705-AFB7-6A824D260BEC}"/>
          </ac:spMkLst>
        </pc:spChg>
        <pc:picChg chg="add mod">
          <ac:chgData name="Grzegorz Szymkowiak" userId="5651aec147c3f32a" providerId="LiveId" clId="{367802F1-8421-47FE-9908-40B3DFB10560}" dt="2024-02-18T09:50:52.812" v="1011" actId="1076"/>
          <ac:picMkLst>
            <pc:docMk/>
            <pc:sldMk cId="3473963560" sldId="347"/>
            <ac:picMk id="3" creationId="{0CF4593A-D304-AC43-467B-0AFBC62D3D0B}"/>
          </ac:picMkLst>
        </pc:picChg>
        <pc:picChg chg="add del mod">
          <ac:chgData name="Grzegorz Szymkowiak" userId="5651aec147c3f32a" providerId="LiveId" clId="{367802F1-8421-47FE-9908-40B3DFB10560}" dt="2024-02-18T09:52:13.678" v="1015" actId="22"/>
          <ac:picMkLst>
            <pc:docMk/>
            <pc:sldMk cId="3473963560" sldId="347"/>
            <ac:picMk id="6" creationId="{DA7D1FE0-DF1D-B592-BD29-3AEC080604EC}"/>
          </ac:picMkLst>
        </pc:picChg>
        <pc:picChg chg="add mod">
          <ac:chgData name="Grzegorz Szymkowiak" userId="5651aec147c3f32a" providerId="LiveId" clId="{367802F1-8421-47FE-9908-40B3DFB10560}" dt="2024-02-18T09:52:33.229" v="1019" actId="1076"/>
          <ac:picMkLst>
            <pc:docMk/>
            <pc:sldMk cId="3473963560" sldId="347"/>
            <ac:picMk id="8" creationId="{5F34A415-5ED3-59F5-2D4C-EEA4915B6634}"/>
          </ac:picMkLst>
        </pc:picChg>
        <pc:cxnChg chg="add mod">
          <ac:chgData name="Grzegorz Szymkowiak" userId="5651aec147c3f32a" providerId="LiveId" clId="{367802F1-8421-47FE-9908-40B3DFB10560}" dt="2024-02-18T09:54:39.731" v="1131" actId="14100"/>
          <ac:cxnSpMkLst>
            <pc:docMk/>
            <pc:sldMk cId="3473963560" sldId="347"/>
            <ac:cxnSpMk id="10" creationId="{128C6D2F-7035-ABC1-FB1C-62E15AC34C7C}"/>
          </ac:cxnSpMkLst>
        </pc:cxnChg>
      </pc:sldChg>
      <pc:sldChg chg="addSp delSp modSp add mod modNotesTx">
        <pc:chgData name="Grzegorz Szymkowiak" userId="5651aec147c3f32a" providerId="LiveId" clId="{367802F1-8421-47FE-9908-40B3DFB10560}" dt="2024-02-18T09:56:45.995" v="1293" actId="20577"/>
        <pc:sldMkLst>
          <pc:docMk/>
          <pc:sldMk cId="2072576412" sldId="348"/>
        </pc:sldMkLst>
        <pc:spChg chg="del">
          <ac:chgData name="Grzegorz Szymkowiak" userId="5651aec147c3f32a" providerId="LiveId" clId="{367802F1-8421-47FE-9908-40B3DFB10560}" dt="2024-02-14T16:18:25.192" v="548" actId="478"/>
          <ac:spMkLst>
            <pc:docMk/>
            <pc:sldMk cId="2072576412" sldId="348"/>
            <ac:spMk id="5" creationId="{F6B8D41B-C344-D44F-593D-8EB30A9D03A7}"/>
          </ac:spMkLst>
        </pc:spChg>
        <pc:picChg chg="add del mod">
          <ac:chgData name="Grzegorz Szymkowiak" userId="5651aec147c3f32a" providerId="LiveId" clId="{367802F1-8421-47FE-9908-40B3DFB10560}" dt="2024-02-18T09:55:06.289" v="1132" actId="478"/>
          <ac:picMkLst>
            <pc:docMk/>
            <pc:sldMk cId="2072576412" sldId="348"/>
            <ac:picMk id="4" creationId="{741DC991-7216-A8D3-7B55-1DE132998EBF}"/>
          </ac:picMkLst>
        </pc:picChg>
        <pc:picChg chg="add mod">
          <ac:chgData name="Grzegorz Szymkowiak" userId="5651aec147c3f32a" providerId="LiveId" clId="{367802F1-8421-47FE-9908-40B3DFB10560}" dt="2024-02-18T09:55:08.305" v="1134" actId="1076"/>
          <ac:picMkLst>
            <pc:docMk/>
            <pc:sldMk cId="2072576412" sldId="348"/>
            <ac:picMk id="5" creationId="{CC200DDE-D05E-FA69-AADE-61B59BF57BD4}"/>
          </ac:picMkLst>
        </pc:picChg>
      </pc:sldChg>
      <pc:sldChg chg="delSp add del mod">
        <pc:chgData name="Grzegorz Szymkowiak" userId="5651aec147c3f32a" providerId="LiveId" clId="{367802F1-8421-47FE-9908-40B3DFB10560}" dt="2024-02-18T09:44:28.033" v="889" actId="47"/>
        <pc:sldMkLst>
          <pc:docMk/>
          <pc:sldMk cId="1551564847" sldId="349"/>
        </pc:sldMkLst>
        <pc:picChg chg="del">
          <ac:chgData name="Grzegorz Szymkowiak" userId="5651aec147c3f32a" providerId="LiveId" clId="{367802F1-8421-47FE-9908-40B3DFB10560}" dt="2024-02-14T16:20:11.733" v="553" actId="478"/>
          <ac:picMkLst>
            <pc:docMk/>
            <pc:sldMk cId="1551564847" sldId="349"/>
            <ac:picMk id="3" creationId="{85ABD072-8485-1466-C90B-B01C94303B2A}"/>
          </ac:picMkLst>
        </pc:picChg>
      </pc:sldChg>
      <pc:sldChg chg="delSp modSp add mod">
        <pc:chgData name="Grzegorz Szymkowiak" userId="5651aec147c3f32a" providerId="LiveId" clId="{367802F1-8421-47FE-9908-40B3DFB10560}" dt="2024-02-14T16:20:21.240" v="556" actId="1076"/>
        <pc:sldMkLst>
          <pc:docMk/>
          <pc:sldMk cId="2586628695" sldId="350"/>
        </pc:sldMkLst>
        <pc:spChg chg="del">
          <ac:chgData name="Grzegorz Szymkowiak" userId="5651aec147c3f32a" providerId="LiveId" clId="{367802F1-8421-47FE-9908-40B3DFB10560}" dt="2024-02-14T16:20:15.694" v="554" actId="478"/>
          <ac:spMkLst>
            <pc:docMk/>
            <pc:sldMk cId="2586628695" sldId="350"/>
            <ac:spMk id="5" creationId="{ADFFACF3-4E94-BEC2-31D0-7D0EE6F9333C}"/>
          </ac:spMkLst>
        </pc:spChg>
        <pc:picChg chg="mod">
          <ac:chgData name="Grzegorz Szymkowiak" userId="5651aec147c3f32a" providerId="LiveId" clId="{367802F1-8421-47FE-9908-40B3DFB10560}" dt="2024-02-14T16:20:21.240" v="556" actId="1076"/>
          <ac:picMkLst>
            <pc:docMk/>
            <pc:sldMk cId="2586628695" sldId="350"/>
            <ac:picMk id="3" creationId="{2F9D9A55-2CD8-C756-F6E0-BB07F3D1A072}"/>
          </ac:picMkLst>
        </pc:picChg>
      </pc:sldChg>
      <pc:sldChg chg="modSp add mod ord">
        <pc:chgData name="Grzegorz Szymkowiak" userId="5651aec147c3f32a" providerId="LiveId" clId="{367802F1-8421-47FE-9908-40B3DFB10560}" dt="2024-02-18T09:46:23.244" v="901" actId="20577"/>
        <pc:sldMkLst>
          <pc:docMk/>
          <pc:sldMk cId="3574500218" sldId="351"/>
        </pc:sldMkLst>
        <pc:spChg chg="mod">
          <ac:chgData name="Grzegorz Szymkowiak" userId="5651aec147c3f32a" providerId="LiveId" clId="{367802F1-8421-47FE-9908-40B3DFB10560}" dt="2024-02-18T09:46:23.244" v="901" actId="20577"/>
          <ac:spMkLst>
            <pc:docMk/>
            <pc:sldMk cId="3574500218" sldId="351"/>
            <ac:spMk id="5" creationId="{45F5AD08-869C-6AEF-4FB2-D2981F177973}"/>
          </ac:spMkLst>
        </pc:spChg>
      </pc:sldChg>
      <pc:sldChg chg="addSp modSp add mod ord">
        <pc:chgData name="Grzegorz Szymkowiak" userId="5651aec147c3f32a" providerId="LiveId" clId="{367802F1-8421-47FE-9908-40B3DFB10560}" dt="2024-02-20T08:18:48.026" v="1736" actId="20577"/>
        <pc:sldMkLst>
          <pc:docMk/>
          <pc:sldMk cId="410652083" sldId="352"/>
        </pc:sldMkLst>
        <pc:spChg chg="mod">
          <ac:chgData name="Grzegorz Szymkowiak" userId="5651aec147c3f32a" providerId="LiveId" clId="{367802F1-8421-47FE-9908-40B3DFB10560}" dt="2024-02-20T08:18:48.026" v="1736" actId="20577"/>
          <ac:spMkLst>
            <pc:docMk/>
            <pc:sldMk cId="410652083" sldId="352"/>
            <ac:spMk id="5" creationId="{2FCE51CB-8405-1418-E9CF-DAF97C77D881}"/>
          </ac:spMkLst>
        </pc:spChg>
        <pc:picChg chg="add mod">
          <ac:chgData name="Grzegorz Szymkowiak" userId="5651aec147c3f32a" providerId="LiveId" clId="{367802F1-8421-47FE-9908-40B3DFB10560}" dt="2024-02-14T16:29:01.345" v="761" actId="1076"/>
          <ac:picMkLst>
            <pc:docMk/>
            <pc:sldMk cId="410652083" sldId="352"/>
            <ac:picMk id="4" creationId="{8CC8F865-0C74-AA66-6270-6EB082019048}"/>
          </ac:picMkLst>
        </pc:picChg>
      </pc:sldChg>
      <pc:sldChg chg="modSp add mod">
        <pc:chgData name="Grzegorz Szymkowiak" userId="5651aec147c3f32a" providerId="LiveId" clId="{367802F1-8421-47FE-9908-40B3DFB10560}" dt="2024-03-09T09:15:47.326" v="1845" actId="1076"/>
        <pc:sldMkLst>
          <pc:docMk/>
          <pc:sldMk cId="133006826" sldId="353"/>
        </pc:sldMkLst>
        <pc:spChg chg="mod">
          <ac:chgData name="Grzegorz Szymkowiak" userId="5651aec147c3f32a" providerId="LiveId" clId="{367802F1-8421-47FE-9908-40B3DFB10560}" dt="2024-03-09T09:13:04.694" v="1795" actId="20577"/>
          <ac:spMkLst>
            <pc:docMk/>
            <pc:sldMk cId="133006826" sldId="353"/>
            <ac:spMk id="2" creationId="{D5791D5A-7ABC-F06A-39D1-74DD801494BA}"/>
          </ac:spMkLst>
        </pc:spChg>
        <pc:spChg chg="mod">
          <ac:chgData name="Grzegorz Szymkowiak" userId="5651aec147c3f32a" providerId="LiveId" clId="{367802F1-8421-47FE-9908-40B3DFB10560}" dt="2024-03-09T09:15:47.326" v="1845" actId="1076"/>
          <ac:spMkLst>
            <pc:docMk/>
            <pc:sldMk cId="133006826" sldId="353"/>
            <ac:spMk id="5" creationId="{B2A622F0-AC80-FFA2-79CA-6D513DE27500}"/>
          </ac:spMkLst>
        </pc:spChg>
      </pc:sldChg>
      <pc:sldChg chg="delSp modSp add mod">
        <pc:chgData name="Grzegorz Szymkowiak" userId="5651aec147c3f32a" providerId="LiveId" clId="{367802F1-8421-47FE-9908-40B3DFB10560}" dt="2024-03-09T09:13:32.872" v="1821" actId="20577"/>
        <pc:sldMkLst>
          <pc:docMk/>
          <pc:sldMk cId="2788250077" sldId="354"/>
        </pc:sldMkLst>
        <pc:spChg chg="mod">
          <ac:chgData name="Grzegorz Szymkowiak" userId="5651aec147c3f32a" providerId="LiveId" clId="{367802F1-8421-47FE-9908-40B3DFB10560}" dt="2024-03-09T09:13:32.872" v="1821" actId="20577"/>
          <ac:spMkLst>
            <pc:docMk/>
            <pc:sldMk cId="2788250077" sldId="354"/>
            <ac:spMk id="2" creationId="{18CA23D7-76B1-DDAB-F848-2DA35D6CF0CA}"/>
          </ac:spMkLst>
        </pc:spChg>
        <pc:spChg chg="del">
          <ac:chgData name="Grzegorz Szymkowiak" userId="5651aec147c3f32a" providerId="LiveId" clId="{367802F1-8421-47FE-9908-40B3DFB10560}" dt="2024-03-09T09:13:22.411" v="1797" actId="478"/>
          <ac:spMkLst>
            <pc:docMk/>
            <pc:sldMk cId="2788250077" sldId="354"/>
            <ac:spMk id="3" creationId="{8E2BA344-3925-509D-BF76-810B80759C27}"/>
          </ac:spMkLst>
        </pc:spChg>
      </pc:sldChg>
    </pc:docChg>
  </pc:docChgLst>
  <pc:docChgLst>
    <pc:chgData name="Grzegorz Szymkowiak" userId="5651aec147c3f32a" providerId="LiveId" clId="{690A38D9-1911-426A-A63B-C653B2D9F0DA}"/>
    <pc:docChg chg="custSel addSld delSld modSld">
      <pc:chgData name="Grzegorz Szymkowiak" userId="5651aec147c3f32a" providerId="LiveId" clId="{690A38D9-1911-426A-A63B-C653B2D9F0DA}" dt="2023-04-16T11:10:33.470" v="8" actId="1076"/>
      <pc:docMkLst>
        <pc:docMk/>
      </pc:docMkLst>
      <pc:sldChg chg="del">
        <pc:chgData name="Grzegorz Szymkowiak" userId="5651aec147c3f32a" providerId="LiveId" clId="{690A38D9-1911-426A-A63B-C653B2D9F0DA}" dt="2023-04-16T11:10:16.449" v="1" actId="47"/>
        <pc:sldMkLst>
          <pc:docMk/>
          <pc:sldMk cId="161340892" sldId="256"/>
        </pc:sldMkLst>
      </pc:sldChg>
      <pc:sldChg chg="delSp modSp mod">
        <pc:chgData name="Grzegorz Szymkowiak" userId="5651aec147c3f32a" providerId="LiveId" clId="{690A38D9-1911-426A-A63B-C653B2D9F0DA}" dt="2023-04-16T11:10:33.470" v="8" actId="1076"/>
        <pc:sldMkLst>
          <pc:docMk/>
          <pc:sldMk cId="3624809975" sldId="282"/>
        </pc:sldMkLst>
        <pc:spChg chg="mod">
          <ac:chgData name="Grzegorz Szymkowiak" userId="5651aec147c3f32a" providerId="LiveId" clId="{690A38D9-1911-426A-A63B-C653B2D9F0DA}" dt="2023-04-16T11:10:33.470" v="8" actId="1076"/>
          <ac:spMkLst>
            <pc:docMk/>
            <pc:sldMk cId="3624809975" sldId="282"/>
            <ac:spMk id="2" creationId="{00000000-0000-0000-0000-000000000000}"/>
          </ac:spMkLst>
        </pc:spChg>
        <pc:spChg chg="del">
          <ac:chgData name="Grzegorz Szymkowiak" userId="5651aec147c3f32a" providerId="LiveId" clId="{690A38D9-1911-426A-A63B-C653B2D9F0DA}" dt="2023-04-16T11:10:29.249" v="7" actId="478"/>
          <ac:spMkLst>
            <pc:docMk/>
            <pc:sldMk cId="3624809975" sldId="282"/>
            <ac:spMk id="5" creationId="{00000000-0000-0000-0000-000000000000}"/>
          </ac:spMkLst>
        </pc:spChg>
      </pc:sldChg>
      <pc:sldChg chg="modSp add mod">
        <pc:chgData name="Grzegorz Szymkowiak" userId="5651aec147c3f32a" providerId="LiveId" clId="{690A38D9-1911-426A-A63B-C653B2D9F0DA}" dt="2023-04-16T11:10:20.179" v="6" actId="20577"/>
        <pc:sldMkLst>
          <pc:docMk/>
          <pc:sldMk cId="5463068" sldId="332"/>
        </pc:sldMkLst>
        <pc:spChg chg="mod">
          <ac:chgData name="Grzegorz Szymkowiak" userId="5651aec147c3f32a" providerId="LiveId" clId="{690A38D9-1911-426A-A63B-C653B2D9F0DA}" dt="2023-04-16T11:10:20.179" v="6" actId="20577"/>
          <ac:spMkLst>
            <pc:docMk/>
            <pc:sldMk cId="5463068" sldId="33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E12BE-6549-40CE-B2BE-471860B80E0F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AC47F-7134-402C-B3FA-C5E5D542380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000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Magiczna liczba – w kodzie nie ma informacji czym jest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AC47F-7134-402C-B3FA-C5E5D542380E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1087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Przy stałych nie stosuje się </a:t>
            </a:r>
            <a:r>
              <a:rPr lang="pl-PL" dirty="0" err="1"/>
              <a:t>camelCase</a:t>
            </a:r>
            <a:r>
              <a:rPr lang="pl-PL" dirty="0"/>
              <a:t>. Nie każda zmienna zadeklarowana jako </a:t>
            </a:r>
            <a:r>
              <a:rPr lang="pl-PL" dirty="0" err="1"/>
              <a:t>const</a:t>
            </a:r>
            <a:r>
              <a:rPr lang="pl-PL" dirty="0"/>
              <a:t> musi być zapisana za pomocą wielkich liter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AC47F-7134-402C-B3FA-C5E5D542380E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4337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057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842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055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5006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6092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40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0120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076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417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970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5870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2"/>
            </a:gs>
            <a:gs pos="100000">
              <a:schemeClr val="tx2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FDF77-4457-4816-9A4F-12F294F0DE4B}" type="datetimeFigureOut">
              <a:rPr lang="pl-PL" smtClean="0"/>
              <a:t>4.09.2025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4A467-0081-4453-92DA-02F9222BE6E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599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576670" y="2064014"/>
            <a:ext cx="7990656" cy="1797034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 pisania kodu</a:t>
            </a:r>
            <a:br>
              <a:rPr lang="pl-PL" dirty="0">
                <a:solidFill>
                  <a:schemeClr val="bg1"/>
                </a:solidFill>
              </a:rPr>
            </a:br>
            <a:r>
              <a:rPr lang="pl-PL" dirty="0">
                <a:solidFill>
                  <a:schemeClr val="bg1"/>
                </a:solidFill>
              </a:rPr>
              <a:t>w JavaScript</a:t>
            </a:r>
          </a:p>
        </p:txBody>
      </p:sp>
      <p:sp>
        <p:nvSpPr>
          <p:cNvPr id="4" name="pole tekstowe 3"/>
          <p:cNvSpPr txBox="1"/>
          <p:nvPr/>
        </p:nvSpPr>
        <p:spPr>
          <a:xfrm>
            <a:off x="0" y="60212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Grzegorz Szymkowiak</a:t>
            </a:r>
          </a:p>
        </p:txBody>
      </p:sp>
      <p:sp>
        <p:nvSpPr>
          <p:cNvPr id="5" name="pole tekstowe 4"/>
          <p:cNvSpPr txBox="1"/>
          <p:nvPr/>
        </p:nvSpPr>
        <p:spPr>
          <a:xfrm>
            <a:off x="0" y="40466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 smtClean="0">
                <a:solidFill>
                  <a:schemeClr val="bg1"/>
                </a:solidFill>
              </a:rPr>
              <a:t>www.szymkowiak.tychy.pl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41BA034-6ED4-8191-B8C0-93237775CDAB}"/>
              </a:ext>
            </a:extLst>
          </p:cNvPr>
          <p:cNvSpPr txBox="1"/>
          <p:nvPr/>
        </p:nvSpPr>
        <p:spPr>
          <a:xfrm>
            <a:off x="1259632" y="5328209"/>
            <a:ext cx="6624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2000" i="1" dirty="0">
                <a:solidFill>
                  <a:schemeClr val="bg1"/>
                </a:solidFill>
              </a:rPr>
              <a:t>„[] opanowanie teorii jest zaledwie niezbędnym wstępem”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68D27A9-67A1-7183-1C3E-635B9228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508" y="4058973"/>
            <a:ext cx="846981" cy="846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63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92875-EE96-C767-A5E9-8C6BBA0D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791D5A-7ABC-F06A-39D1-74DD8014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B2A622F0-AC80-FFA2-79CA-6D513DE27500}"/>
              </a:ext>
            </a:extLst>
          </p:cNvPr>
          <p:cNvSpPr/>
          <p:nvPr/>
        </p:nvSpPr>
        <p:spPr>
          <a:xfrm>
            <a:off x="683568" y="2492896"/>
            <a:ext cx="796894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Czytelność kodu</a:t>
            </a:r>
            <a:r>
              <a:rPr lang="pl-PL" sz="2400" dirty="0">
                <a:solidFill>
                  <a:schemeClr val="bg1"/>
                </a:solidFill>
              </a:rPr>
              <a:t>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opisowe nazwy zmiennych, funkcji i klas, które odzwierciedlają ich znaczenie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wcięcia i spacje – kod staje się uporządkowany i łatwy do czytania</a:t>
            </a:r>
          </a:p>
        </p:txBody>
      </p:sp>
    </p:spTree>
    <p:extLst>
      <p:ext uri="{BB962C8B-B14F-4D97-AF65-F5344CB8AC3E}">
        <p14:creationId xmlns:p14="http://schemas.microsoft.com/office/powerpoint/2010/main" val="461287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4B409-69B2-2B7B-8A81-6B7627CC4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4EB485-9FB5-C868-49DD-ECCCCA27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C65928D8-5693-EBC1-7C41-96AE541215BA}"/>
              </a:ext>
            </a:extLst>
          </p:cNvPr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Konwencja </a:t>
            </a:r>
            <a:r>
              <a:rPr lang="pl-PL" sz="2400" dirty="0" err="1">
                <a:solidFill>
                  <a:srgbClr val="FFFF00"/>
                </a:solidFill>
              </a:rPr>
              <a:t>camelCase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400" dirty="0">
                <a:solidFill>
                  <a:schemeClr val="bg1"/>
                </a:solidFill>
              </a:rPr>
              <a:t>– konwencja </a:t>
            </a:r>
            <a:r>
              <a:rPr lang="pl-PL" sz="2400" dirty="0" err="1">
                <a:solidFill>
                  <a:srgbClr val="FFFF00"/>
                </a:solidFill>
              </a:rPr>
              <a:t>camelCase</a:t>
            </a:r>
            <a:r>
              <a:rPr lang="pl-PL" sz="2400" dirty="0">
                <a:solidFill>
                  <a:schemeClr val="bg1"/>
                </a:solidFill>
              </a:rPr>
              <a:t> jest popularna i powszechnie akceptowana w społeczności JavaScript (stosowanie jednolitej konwencji nazewniczej ułatwia czytanie i zrozumienie kodu)</a:t>
            </a:r>
          </a:p>
        </p:txBody>
      </p:sp>
    </p:spTree>
    <p:extLst>
      <p:ext uri="{BB962C8B-B14F-4D97-AF65-F5344CB8AC3E}">
        <p14:creationId xmlns:p14="http://schemas.microsoft.com/office/powerpoint/2010/main" val="292487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04284-B9E1-659E-2AAE-82E92E6E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3F834D-A12E-B5E4-6491-9037B09B2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45F5AD08-869C-6AEF-4FB2-D2981F177973}"/>
              </a:ext>
            </a:extLst>
          </p:cNvPr>
          <p:cNvSpPr/>
          <p:nvPr/>
        </p:nvSpPr>
        <p:spPr>
          <a:xfrm>
            <a:off x="683568" y="2492896"/>
            <a:ext cx="7968945" cy="2208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Konwencja </a:t>
            </a:r>
            <a:r>
              <a:rPr lang="pl-PL" sz="2400" dirty="0" err="1">
                <a:solidFill>
                  <a:srgbClr val="FFFF00"/>
                </a:solidFill>
              </a:rPr>
              <a:t>camelCase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400" dirty="0">
                <a:solidFill>
                  <a:srgbClr val="FFFF00"/>
                </a:solidFill>
              </a:rPr>
              <a:t>: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przymiotnik po lewej stronie - </a:t>
            </a:r>
            <a:r>
              <a:rPr lang="pl-PL" sz="2400" dirty="0" err="1">
                <a:solidFill>
                  <a:srgbClr val="FFFF00"/>
                </a:solidFill>
              </a:rPr>
              <a:t>premiumUser</a:t>
            </a:r>
            <a:endParaRPr lang="pl-PL" sz="2400" dirty="0">
              <a:solidFill>
                <a:srgbClr val="FFFF00"/>
              </a:solidFill>
            </a:endParaRP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is/are/has </a:t>
            </a:r>
            <a:r>
              <a:rPr lang="en-US" sz="2400" dirty="0" err="1">
                <a:solidFill>
                  <a:schemeClr val="bg1"/>
                </a:solidFill>
              </a:rPr>
              <a:t>przy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zmiennych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true/false </a:t>
            </a:r>
            <a:r>
              <a:rPr lang="en-US" sz="2400" dirty="0">
                <a:solidFill>
                  <a:schemeClr val="bg1"/>
                </a:solidFill>
              </a:rPr>
              <a:t>- </a:t>
            </a:r>
            <a:r>
              <a:rPr lang="en-US" sz="2400" dirty="0" err="1">
                <a:solidFill>
                  <a:srgbClr val="FFFF00"/>
                </a:solidFill>
              </a:rPr>
              <a:t>isDarkMode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rgbClr val="FFFF00"/>
                </a:solidFill>
              </a:rPr>
              <a:t>isPopupOpen</a:t>
            </a:r>
            <a:endParaRPr lang="pl-PL" sz="2400" dirty="0">
              <a:solidFill>
                <a:srgbClr val="FFFF00"/>
              </a:solidFill>
            </a:endParaRP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stałe zapisuj wielkimi literami - </a:t>
            </a:r>
            <a:r>
              <a:rPr lang="pl-PL" sz="2400" dirty="0">
                <a:solidFill>
                  <a:srgbClr val="FFFF00"/>
                </a:solidFill>
              </a:rPr>
              <a:t>SECONDS = 60</a:t>
            </a:r>
          </a:p>
        </p:txBody>
      </p:sp>
    </p:spTree>
    <p:extLst>
      <p:ext uri="{BB962C8B-B14F-4D97-AF65-F5344CB8AC3E}">
        <p14:creationId xmlns:p14="http://schemas.microsoft.com/office/powerpoint/2010/main" val="3574500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04284-B9E1-659E-2AAE-82E92E6E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3F834D-A12E-B5E4-6491-9037B09B2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pic>
        <p:nvPicPr>
          <p:cNvPr id="3" name="Obraz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276872"/>
            <a:ext cx="5908520" cy="311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8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5" name="Prostokąt 4"/>
          <p:cNvSpPr/>
          <p:nvPr/>
        </p:nvSpPr>
        <p:spPr>
          <a:xfrm>
            <a:off x="683568" y="2492896"/>
            <a:ext cx="79689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Używanie </a:t>
            </a:r>
            <a:r>
              <a:rPr lang="pl-PL" sz="2400" dirty="0" err="1">
                <a:solidFill>
                  <a:srgbClr val="FFFF00"/>
                </a:solidFill>
              </a:rPr>
              <a:t>const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 </a:t>
            </a:r>
            <a:r>
              <a:rPr lang="pl-PL" sz="2400" dirty="0" err="1">
                <a:solidFill>
                  <a:srgbClr val="FFFF00"/>
                </a:solidFill>
              </a:rPr>
              <a:t>let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zamiast </a:t>
            </a:r>
            <a:r>
              <a:rPr lang="pl-PL" sz="2400" dirty="0" err="1">
                <a:solidFill>
                  <a:srgbClr val="FFFF00"/>
                </a:solidFill>
              </a:rPr>
              <a:t>var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400" dirty="0">
                <a:solidFill>
                  <a:schemeClr val="bg1"/>
                </a:solidFill>
              </a:rPr>
              <a:t>- </a:t>
            </a:r>
            <a:r>
              <a:rPr lang="pl-PL" sz="2400" dirty="0" err="1">
                <a:solidFill>
                  <a:schemeClr val="bg1"/>
                </a:solidFill>
              </a:rPr>
              <a:t>const</a:t>
            </a:r>
            <a:r>
              <a:rPr lang="pl-PL" sz="2400" dirty="0">
                <a:solidFill>
                  <a:schemeClr val="bg1"/>
                </a:solidFill>
              </a:rPr>
              <a:t> i </a:t>
            </a:r>
            <a:r>
              <a:rPr lang="pl-PL" sz="2400" dirty="0" err="1">
                <a:solidFill>
                  <a:schemeClr val="bg1"/>
                </a:solidFill>
              </a:rPr>
              <a:t>let</a:t>
            </a:r>
            <a:r>
              <a:rPr lang="pl-PL" sz="2400" dirty="0">
                <a:solidFill>
                  <a:schemeClr val="bg1"/>
                </a:solidFill>
              </a:rPr>
              <a:t> mają bardziej precyzyjne zakresy niż </a:t>
            </a:r>
            <a:r>
              <a:rPr lang="pl-PL" sz="2400" dirty="0" err="1">
                <a:solidFill>
                  <a:schemeClr val="bg1"/>
                </a:solidFill>
              </a:rPr>
              <a:t>var</a:t>
            </a:r>
            <a:r>
              <a:rPr lang="pl-PL" sz="2400" dirty="0">
                <a:solidFill>
                  <a:schemeClr val="bg1"/>
                </a:solidFill>
              </a:rPr>
              <a:t>, co pomaga uniknąć błędów związanych z </a:t>
            </a:r>
            <a:r>
              <a:rPr lang="pl-PL" sz="2400" dirty="0" err="1">
                <a:solidFill>
                  <a:schemeClr val="bg1"/>
                </a:solidFill>
              </a:rPr>
              <a:t>hoistingiem</a:t>
            </a:r>
            <a:r>
              <a:rPr lang="pl-PL" sz="2400" dirty="0">
                <a:solidFill>
                  <a:schemeClr val="bg1"/>
                </a:solidFill>
              </a:rPr>
              <a:t>, a kod jest bardziej przewidywalny</a:t>
            </a:r>
            <a:endParaRPr lang="pl-PL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453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A126-D39A-57A4-0279-581CC3468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E82F16-005A-DA8F-BB50-19BAD0AB8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2F9D9A55-2CD8-C756-F6E0-BB07F3D1A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708920"/>
            <a:ext cx="66675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28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7CC81-4E94-D409-3742-0EAF5A20A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B5AE0B-0E51-F000-5C2F-5D8A0BD0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E771B96C-110C-CDD8-C524-1DA5A4D277D0}"/>
              </a:ext>
            </a:extLst>
          </p:cNvPr>
          <p:cNvSpPr/>
          <p:nvPr/>
        </p:nvSpPr>
        <p:spPr>
          <a:xfrm>
            <a:off x="683568" y="2492896"/>
            <a:ext cx="79689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Unikanie globalnych zmiennych </a:t>
            </a:r>
            <a:r>
              <a:rPr lang="pl-PL" sz="2400" dirty="0">
                <a:solidFill>
                  <a:schemeClr val="bg1"/>
                </a:solidFill>
              </a:rPr>
              <a:t>- zmienne globalne mogą prowadzić do konfliktów nazw i utrudniają zarządzanie kodem</a:t>
            </a:r>
          </a:p>
        </p:txBody>
      </p:sp>
    </p:spTree>
    <p:extLst>
      <p:ext uri="{BB962C8B-B14F-4D97-AF65-F5344CB8AC3E}">
        <p14:creationId xmlns:p14="http://schemas.microsoft.com/office/powerpoint/2010/main" val="329929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E26F2-6593-35EB-B210-299ACB4C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F78632-0C5F-2A9A-32FE-CD6BF1502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2FD8AE2B-12C7-3658-2838-19987C7B9901}"/>
              </a:ext>
            </a:extLst>
          </p:cNvPr>
          <p:cNvSpPr/>
          <p:nvPr/>
        </p:nvSpPr>
        <p:spPr>
          <a:xfrm>
            <a:off x="683568" y="2492896"/>
            <a:ext cx="79689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Unikać „magicznych liczb”</a:t>
            </a:r>
            <a:r>
              <a:rPr lang="pl-PL" sz="2400" dirty="0">
                <a:solidFill>
                  <a:schemeClr val="bg1"/>
                </a:solidFill>
              </a:rPr>
              <a:t> poprzez stosowanie stałych</a:t>
            </a:r>
            <a:endParaRPr lang="pl-PL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F34A415-5ED3-59F5-2D4C-EEA4915B6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" y="3723779"/>
            <a:ext cx="6657975" cy="1485900"/>
          </a:xfrm>
          <a:prstGeom prst="rect">
            <a:avLst/>
          </a:prstGeom>
        </p:spPr>
      </p:pic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128C6D2F-7035-ABC1-FB1C-62E15AC34C7C}"/>
              </a:ext>
            </a:extLst>
          </p:cNvPr>
          <p:cNvCxnSpPr>
            <a:cxnSpLocks/>
          </p:cNvCxnSpPr>
          <p:nvPr/>
        </p:nvCxnSpPr>
        <p:spPr>
          <a:xfrm flipH="1">
            <a:off x="3779912" y="3789040"/>
            <a:ext cx="504056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3B34A588-53E6-5705-AFB7-6A824D260BEC}"/>
              </a:ext>
            </a:extLst>
          </p:cNvPr>
          <p:cNvSpPr txBox="1"/>
          <p:nvPr/>
        </p:nvSpPr>
        <p:spPr>
          <a:xfrm>
            <a:off x="4407679" y="3543498"/>
            <a:ext cx="1656223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pl-PL" dirty="0">
                <a:solidFill>
                  <a:schemeClr val="bg1"/>
                </a:solidFill>
              </a:rPr>
              <a:t>magiczna liczba</a:t>
            </a:r>
          </a:p>
        </p:txBody>
      </p:sp>
    </p:spTree>
    <p:extLst>
      <p:ext uri="{BB962C8B-B14F-4D97-AF65-F5344CB8AC3E}">
        <p14:creationId xmlns:p14="http://schemas.microsoft.com/office/powerpoint/2010/main" val="3473963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953B-36E9-5E25-7E35-26825BB7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E7E99C-EE46-72CE-7CCE-06D1CF337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C200DDE-D05E-FA69-AADE-61B59BF57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2708920"/>
            <a:ext cx="66675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76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B7AE-D7B8-AAF7-7300-A3F13BC0C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11E384-7754-8024-39BB-C3EB10F5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2FCE51CB-8405-1418-E9CF-DAF97C77D881}"/>
              </a:ext>
            </a:extLst>
          </p:cNvPr>
          <p:cNvSpPr/>
          <p:nvPr/>
        </p:nvSpPr>
        <p:spPr>
          <a:xfrm>
            <a:off x="683568" y="2492896"/>
            <a:ext cx="79689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W warunkach związanych z porównywaniem należy użyć trzech znaków równości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===</a:t>
            </a:r>
            <a:r>
              <a:rPr lang="pl-PL" sz="2400" dirty="0">
                <a:solidFill>
                  <a:schemeClr val="bg1"/>
                </a:solidFill>
              </a:rPr>
              <a:t> zamiast  dwóch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CC8F865-0C74-AA66-6270-6EB082019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3717032"/>
            <a:ext cx="77152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2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2C65C-6CBC-270B-3CBF-EAD96D2B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6B8343-CE94-79A3-F610-884B9A30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7A54112A-06B3-3324-BBE6-E7C3105101D9}"/>
              </a:ext>
            </a:extLst>
          </p:cNvPr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Stosowanie </a:t>
            </a:r>
            <a:r>
              <a:rPr lang="pl-PL" sz="2400" dirty="0" err="1">
                <a:solidFill>
                  <a:srgbClr val="FFFF00"/>
                </a:solidFill>
              </a:rPr>
              <a:t>arrow</a:t>
            </a:r>
            <a:r>
              <a:rPr lang="pl-PL" sz="2400" dirty="0">
                <a:solidFill>
                  <a:srgbClr val="FFFF00"/>
                </a:solidFill>
              </a:rPr>
              <a:t> </a:t>
            </a:r>
            <a:r>
              <a:rPr lang="pl-PL" sz="2400" dirty="0" err="1">
                <a:solidFill>
                  <a:srgbClr val="FFFF00"/>
                </a:solidFill>
              </a:rPr>
              <a:t>functions</a:t>
            </a:r>
            <a:r>
              <a:rPr lang="pl-PL" sz="2400" dirty="0">
                <a:solidFill>
                  <a:srgbClr val="FFFF00"/>
                </a:solidFill>
              </a:rPr>
              <a:t> 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dla funkcji anonimowych </a:t>
            </a:r>
            <a:r>
              <a:rPr lang="pl-PL" sz="2400" dirty="0">
                <a:solidFill>
                  <a:schemeClr val="bg1"/>
                </a:solidFill>
              </a:rPr>
              <a:t>- funkcje strzałkowe są bardziej zwięzłe, mają krótszą składnię oraz automatycznie wiążą wartość </a:t>
            </a:r>
            <a:r>
              <a:rPr lang="pl-PL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this</a:t>
            </a:r>
            <a:r>
              <a:rPr lang="pl-PL" sz="2400" dirty="0">
                <a:solidFill>
                  <a:schemeClr val="bg1"/>
                </a:solidFill>
              </a:rPr>
              <a:t>, co ułatwia utrzymanie spójności kontekstu w funkcjach</a:t>
            </a:r>
          </a:p>
        </p:txBody>
      </p:sp>
    </p:spTree>
    <p:extLst>
      <p:ext uri="{BB962C8B-B14F-4D97-AF65-F5344CB8AC3E}">
        <p14:creationId xmlns:p14="http://schemas.microsoft.com/office/powerpoint/2010/main" val="2659240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B058-A99F-FD7B-D2BC-A4AFCA8C0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B1F7DF-F2C7-744E-EC6A-2EF2DAF8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2C09827-54E2-B0AE-8FC9-DC118170A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2171700"/>
            <a:ext cx="66675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532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D3F8B-17B5-6C8E-A36A-1199E2130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72F0A5-3F2D-D1B3-5A31-EBE6FD91D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89CFFD9C-57CB-4E1F-76CA-609621E9890E}"/>
              </a:ext>
            </a:extLst>
          </p:cNvPr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Używanie modułów </a:t>
            </a:r>
            <a:r>
              <a:rPr lang="pl-PL" sz="2400" dirty="0">
                <a:solidFill>
                  <a:schemeClr val="bg1"/>
                </a:solidFill>
              </a:rPr>
              <a:t>- moduły pomagają zorganizować kod, zapewniając lepszą separację funkcji i zmiennych, co ułatwia zarządzanie zależnościami, testowanie i ponowne użycie kodu</a:t>
            </a:r>
          </a:p>
        </p:txBody>
      </p:sp>
    </p:spTree>
    <p:extLst>
      <p:ext uri="{BB962C8B-B14F-4D97-AF65-F5344CB8AC3E}">
        <p14:creationId xmlns:p14="http://schemas.microsoft.com/office/powerpoint/2010/main" val="2002261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6ACBA-91B7-2D84-A04E-F5C168CE3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5D861E-F73E-2009-1D3B-EDC7899A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E002D825-6AB6-7DBB-2929-EE9E53CB6E66}"/>
              </a:ext>
            </a:extLst>
          </p:cNvPr>
          <p:cNvSpPr/>
          <p:nvPr/>
        </p:nvSpPr>
        <p:spPr>
          <a:xfrm>
            <a:off x="683568" y="2492896"/>
            <a:ext cx="79689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Obsługa błędów przy użyciu bloków </a:t>
            </a:r>
            <a:r>
              <a:rPr lang="pl-PL" sz="2400" dirty="0" err="1">
                <a:solidFill>
                  <a:srgbClr val="FFFF00"/>
                </a:solidFill>
              </a:rPr>
              <a:t>try-catch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400" dirty="0">
                <a:solidFill>
                  <a:schemeClr val="bg1"/>
                </a:solidFill>
              </a:rPr>
              <a:t>- obsługa błędów pomaga uniknąć niekontrolowanego zakończenia działania programu i umożliwia bardziej precyzyjne reagowanie na błędy</a:t>
            </a:r>
          </a:p>
        </p:txBody>
      </p:sp>
    </p:spTree>
    <p:extLst>
      <p:ext uri="{BB962C8B-B14F-4D97-AF65-F5344CB8AC3E}">
        <p14:creationId xmlns:p14="http://schemas.microsoft.com/office/powerpoint/2010/main" val="1645711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DB5A0-5BBC-D9D1-2CEB-23E69BD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8EA788-242E-5809-34A9-D3945ACE4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44EAADC-2814-5ABA-E9A5-4C7B61C88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772816"/>
            <a:ext cx="666750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65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CD56F-AC36-E3DC-09EB-B1082936A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9B1EE2-A8C1-6930-8D10-34CEE23F0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1857ABFE-39D4-087B-A1D4-3E3A2F50551F}"/>
              </a:ext>
            </a:extLst>
          </p:cNvPr>
          <p:cNvSpPr/>
          <p:nvPr/>
        </p:nvSpPr>
        <p:spPr>
          <a:xfrm>
            <a:off x="683568" y="2492896"/>
            <a:ext cx="79689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Komentarze tam, gdzie to konieczne </a:t>
            </a:r>
            <a:r>
              <a:rPr lang="pl-PL" sz="2400" dirty="0">
                <a:solidFill>
                  <a:schemeClr val="bg1"/>
                </a:solidFill>
              </a:rPr>
              <a:t>- komentarze powinny być używane do tłumaczenia skomplikowanego kodu lub informowania o specyficznych rozwiązaniach</a:t>
            </a:r>
          </a:p>
        </p:txBody>
      </p:sp>
    </p:spTree>
    <p:extLst>
      <p:ext uri="{BB962C8B-B14F-4D97-AF65-F5344CB8AC3E}">
        <p14:creationId xmlns:p14="http://schemas.microsoft.com/office/powerpoint/2010/main" val="1465620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1A37-9BB0-C386-3869-5475DE734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1B9D24-9487-1555-731C-910657F05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539480B-1711-0593-534C-BCD595198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7" y="2319337"/>
            <a:ext cx="663892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80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29D6-0BB7-AB22-F8AE-E59A7BDB5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298F2D-D4CA-A72E-AD25-638FE3439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039C2C3A-3E8D-3040-B684-16F1936553C3}"/>
              </a:ext>
            </a:extLst>
          </p:cNvPr>
          <p:cNvSpPr/>
          <p:nvPr/>
        </p:nvSpPr>
        <p:spPr>
          <a:xfrm>
            <a:off x="683568" y="2492896"/>
            <a:ext cx="79689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Testowanie kodu </a:t>
            </a:r>
            <a:r>
              <a:rPr lang="pl-PL" sz="2400" dirty="0">
                <a:solidFill>
                  <a:schemeClr val="bg1"/>
                </a:solidFill>
              </a:rPr>
              <a:t>- testowanie kodu pomaga we wczesnym wykrywaniu błędów i utrzymaniu stabilności aplikacji (narzędzia do testowania: </a:t>
            </a:r>
            <a:r>
              <a:rPr lang="pl-PL" sz="2400" dirty="0">
                <a:solidFill>
                  <a:srgbClr val="FFFF00"/>
                </a:solidFill>
              </a:rPr>
              <a:t>Jest</a:t>
            </a:r>
            <a:r>
              <a:rPr lang="pl-PL" sz="2400" dirty="0">
                <a:solidFill>
                  <a:schemeClr val="bg1"/>
                </a:solidFill>
              </a:rPr>
              <a:t>, </a:t>
            </a:r>
            <a:r>
              <a:rPr lang="pl-PL" sz="2400" dirty="0" err="1">
                <a:solidFill>
                  <a:srgbClr val="FFFF00"/>
                </a:solidFill>
              </a:rPr>
              <a:t>Mocha</a:t>
            </a:r>
            <a:r>
              <a:rPr lang="pl-PL" sz="24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19410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FCE9-9728-8716-77BE-BFA51439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1A3B03-9B53-3387-0E32-37069D627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4EA7AB26-65DA-2E85-833C-1CB7A2FD39C6}"/>
              </a:ext>
            </a:extLst>
          </p:cNvPr>
          <p:cNvSpPr/>
          <p:nvPr/>
        </p:nvSpPr>
        <p:spPr>
          <a:xfrm>
            <a:off x="683568" y="2492896"/>
            <a:ext cx="7968945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Testowanie kodu 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testy jednostkowe dla </a:t>
            </a:r>
            <a:r>
              <a:rPr lang="pl-PL" sz="2400" dirty="0">
                <a:solidFill>
                  <a:srgbClr val="FFFF00"/>
                </a:solidFill>
              </a:rPr>
              <a:t>funkcji</a:t>
            </a:r>
            <a:r>
              <a:rPr lang="pl-PL" sz="2400" dirty="0">
                <a:solidFill>
                  <a:schemeClr val="bg1"/>
                </a:solidFill>
              </a:rPr>
              <a:t> i </a:t>
            </a:r>
            <a:r>
              <a:rPr lang="pl-PL" sz="2400" dirty="0">
                <a:solidFill>
                  <a:srgbClr val="FFFF00"/>
                </a:solidFill>
              </a:rPr>
              <a:t>klas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bg1"/>
                </a:solidFill>
              </a:rPr>
              <a:t>stosowanie techniki </a:t>
            </a:r>
            <a:r>
              <a:rPr lang="pl-PL" sz="2400" dirty="0">
                <a:solidFill>
                  <a:srgbClr val="FFFF00"/>
                </a:solidFill>
              </a:rPr>
              <a:t>TDD</a:t>
            </a:r>
            <a:r>
              <a:rPr lang="pl-PL" sz="2400" dirty="0">
                <a:solidFill>
                  <a:schemeClr val="bg1"/>
                </a:solidFill>
              </a:rPr>
              <a:t> (Test </a:t>
            </a:r>
            <a:r>
              <a:rPr lang="pl-PL" sz="2400" dirty="0" err="1">
                <a:solidFill>
                  <a:schemeClr val="bg1"/>
                </a:solidFill>
              </a:rPr>
              <a:t>Driven</a:t>
            </a:r>
            <a:r>
              <a:rPr lang="pl-PL" sz="2400" dirty="0">
                <a:solidFill>
                  <a:schemeClr val="bg1"/>
                </a:solidFill>
              </a:rPr>
              <a:t> Development)</a:t>
            </a:r>
          </a:p>
        </p:txBody>
      </p:sp>
    </p:spTree>
    <p:extLst>
      <p:ext uri="{BB962C8B-B14F-4D97-AF65-F5344CB8AC3E}">
        <p14:creationId xmlns:p14="http://schemas.microsoft.com/office/powerpoint/2010/main" val="2889570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CB3C7-7849-12AE-FDC3-BBFEE4301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CA23D7-76B1-DDAB-F848-2DA35D6C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Dobre praktyki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8E2BA344-3925-509D-BF76-810B80759C27}"/>
              </a:ext>
            </a:extLst>
          </p:cNvPr>
          <p:cNvSpPr/>
          <p:nvPr/>
        </p:nvSpPr>
        <p:spPr>
          <a:xfrm>
            <a:off x="683568" y="2492896"/>
            <a:ext cx="7968945" cy="2577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Stosowanie narzędzi w środowisku developerskim: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rgbClr val="FFFF00"/>
                </a:solidFill>
              </a:rPr>
              <a:t>ESLint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400" dirty="0">
                <a:solidFill>
                  <a:schemeClr val="bg1"/>
                </a:solidFill>
              </a:rPr>
              <a:t>–</a:t>
            </a: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pl-PL" sz="2400" dirty="0">
                <a:solidFill>
                  <a:schemeClr val="bg1"/>
                </a:solidFill>
              </a:rPr>
              <a:t>sprawdza składnię i semantykę kodu (używany do identyfikacji błędów)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rgbClr val="FFFF00"/>
                </a:solidFill>
              </a:rPr>
              <a:t>Prettier</a:t>
            </a:r>
            <a:r>
              <a:rPr lang="pl-PL" sz="2400" dirty="0">
                <a:solidFill>
                  <a:schemeClr val="bg1"/>
                </a:solidFill>
              </a:rPr>
              <a:t> – automatycznie formatuje kod</a:t>
            </a:r>
            <a:endParaRPr lang="pl-PL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rgbClr val="FFFF00"/>
                </a:solidFill>
              </a:rPr>
              <a:t>Live Server </a:t>
            </a:r>
            <a:r>
              <a:rPr lang="pl-PL" sz="2400" dirty="0">
                <a:solidFill>
                  <a:schemeClr val="bg1"/>
                </a:solidFill>
              </a:rPr>
              <a:t>– umożliwia łatwe uruchomienie serwera HTTP</a:t>
            </a:r>
            <a:endParaRPr lang="pl-PL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247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CB3C7-7849-12AE-FDC3-BBFEE4301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CA23D7-76B1-DDAB-F848-2DA35D6C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88" y="2857500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Korzyści z dobrych praktyki</a:t>
            </a:r>
          </a:p>
        </p:txBody>
      </p:sp>
    </p:spTree>
    <p:extLst>
      <p:ext uri="{BB962C8B-B14F-4D97-AF65-F5344CB8AC3E}">
        <p14:creationId xmlns:p14="http://schemas.microsoft.com/office/powerpoint/2010/main" val="2788250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92875-EE96-C767-A5E9-8C6BBA0D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791D5A-7ABC-F06A-39D1-74DD80149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Korzyści dobry praktyk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B2A622F0-AC80-FFA2-79CA-6D513DE27500}"/>
              </a:ext>
            </a:extLst>
          </p:cNvPr>
          <p:cNvSpPr/>
          <p:nvPr/>
        </p:nvSpPr>
        <p:spPr>
          <a:xfrm>
            <a:off x="539552" y="1916832"/>
            <a:ext cx="7800897" cy="4106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Poprawa czytelności kodu</a:t>
            </a:r>
            <a:r>
              <a:rPr lang="pl-PL" sz="2400" dirty="0">
                <a:solidFill>
                  <a:schemeClr val="bg1"/>
                </a:solidFill>
              </a:rPr>
              <a:t/>
            </a:r>
            <a:br>
              <a:rPr lang="pl-PL" sz="2400" dirty="0">
                <a:solidFill>
                  <a:schemeClr val="bg1"/>
                </a:solidFill>
              </a:rPr>
            </a:br>
            <a:r>
              <a:rPr lang="pl-PL" sz="2400" dirty="0">
                <a:solidFill>
                  <a:schemeClr val="bg1"/>
                </a:solidFill>
              </a:rPr>
              <a:t>ułatwia zrozumienie i utrzymanie kodu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Łatwość wprowadzania zmian</a:t>
            </a:r>
            <a:r>
              <a:rPr lang="pl-PL" sz="2400" dirty="0">
                <a:solidFill>
                  <a:schemeClr val="bg1"/>
                </a:solidFill>
              </a:rPr>
              <a:t/>
            </a:r>
            <a:br>
              <a:rPr lang="pl-PL" sz="2400" dirty="0">
                <a:solidFill>
                  <a:schemeClr val="bg1"/>
                </a:solidFill>
              </a:rPr>
            </a:br>
            <a:r>
              <a:rPr lang="pl-PL" sz="2400" dirty="0">
                <a:solidFill>
                  <a:schemeClr val="bg1"/>
                </a:solidFill>
              </a:rPr>
              <a:t>uproszczenie procesu modyfikacji i aktualizacji kodu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Zmniejszenie objętości kodu</a:t>
            </a:r>
            <a:r>
              <a:rPr lang="pl-PL" sz="2400" dirty="0">
                <a:solidFill>
                  <a:schemeClr val="bg1"/>
                </a:solidFill>
              </a:rPr>
              <a:t/>
            </a:r>
            <a:br>
              <a:rPr lang="pl-PL" sz="2400" dirty="0">
                <a:solidFill>
                  <a:schemeClr val="bg1"/>
                </a:solidFill>
              </a:rPr>
            </a:br>
            <a:r>
              <a:rPr lang="pl-PL" sz="2400" dirty="0">
                <a:solidFill>
                  <a:schemeClr val="bg1"/>
                </a:solidFill>
              </a:rPr>
              <a:t>skuteczniejsze i zwięzłe rozwiązania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Praca zespołowa</a:t>
            </a:r>
            <a:r>
              <a:rPr lang="pl-PL" sz="2400" dirty="0">
                <a:solidFill>
                  <a:schemeClr val="bg1"/>
                </a:solidFill>
              </a:rPr>
              <a:t/>
            </a:r>
            <a:br>
              <a:rPr lang="pl-PL" sz="2400" dirty="0">
                <a:solidFill>
                  <a:schemeClr val="bg1"/>
                </a:solidFill>
              </a:rPr>
            </a:br>
            <a:r>
              <a:rPr lang="pl-PL" sz="2400" dirty="0">
                <a:solidFill>
                  <a:schemeClr val="bg1"/>
                </a:solidFill>
              </a:rPr>
              <a:t>ułatwienie współpracy i dzielenia się kodem</a:t>
            </a:r>
          </a:p>
          <a:p>
            <a:pPr marL="342900" indent="-34290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Uproszczenie testowania</a:t>
            </a:r>
            <a:r>
              <a:rPr lang="pl-PL" sz="2400" dirty="0">
                <a:solidFill>
                  <a:schemeClr val="bg1"/>
                </a:solidFill>
              </a:rPr>
              <a:t/>
            </a:r>
            <a:br>
              <a:rPr lang="pl-PL" sz="2400" dirty="0">
                <a:solidFill>
                  <a:schemeClr val="bg1"/>
                </a:solidFill>
              </a:rPr>
            </a:br>
            <a:r>
              <a:rPr lang="pl-PL" sz="2400" dirty="0">
                <a:solidFill>
                  <a:schemeClr val="bg1"/>
                </a:solidFill>
              </a:rPr>
              <a:t>lepsza testowalność i szybsze wykrywanie błędów</a:t>
            </a:r>
          </a:p>
        </p:txBody>
      </p:sp>
    </p:spTree>
    <p:extLst>
      <p:ext uri="{BB962C8B-B14F-4D97-AF65-F5344CB8AC3E}">
        <p14:creationId xmlns:p14="http://schemas.microsoft.com/office/powerpoint/2010/main" val="133006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>
                <a:solidFill>
                  <a:schemeClr val="bg1"/>
                </a:solidFill>
              </a:rPr>
              <a:t>KONIEC</a:t>
            </a:r>
          </a:p>
        </p:txBody>
      </p:sp>
      <p:sp>
        <p:nvSpPr>
          <p:cNvPr id="4" name="pole tekstowe 3"/>
          <p:cNvSpPr txBox="1"/>
          <p:nvPr/>
        </p:nvSpPr>
        <p:spPr>
          <a:xfrm>
            <a:off x="0" y="6021288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</a:rPr>
              <a:t>Grzegorz Szymkowiak</a:t>
            </a:r>
          </a:p>
        </p:txBody>
      </p:sp>
      <p:sp>
        <p:nvSpPr>
          <p:cNvPr id="5" name="pole tekstowe 4"/>
          <p:cNvSpPr txBox="1"/>
          <p:nvPr/>
        </p:nvSpPr>
        <p:spPr>
          <a:xfrm>
            <a:off x="0" y="404664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 smtClean="0">
                <a:solidFill>
                  <a:schemeClr val="bg1"/>
                </a:solidFill>
              </a:rPr>
              <a:t>www.szymkowiak.tychy.pl</a:t>
            </a:r>
            <a:endParaRPr lang="pl-P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41217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459</Words>
  <Application>Microsoft Office PowerPoint</Application>
  <PresentationFormat>Pokaz na ekranie (4:3)</PresentationFormat>
  <Paragraphs>63</Paragraphs>
  <Slides>24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24</vt:i4>
      </vt:variant>
    </vt:vector>
  </HeadingPairs>
  <TitlesOfParts>
    <vt:vector size="27" baseType="lpstr">
      <vt:lpstr>Arial</vt:lpstr>
      <vt:lpstr>Calibri</vt:lpstr>
      <vt:lpstr>Motyw pakietu Office</vt:lpstr>
      <vt:lpstr>Dobre praktyki pisania kodu w JavaScript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Dobre praktyki</vt:lpstr>
      <vt:lpstr>Korzyści z dobrych praktyki</vt:lpstr>
      <vt:lpstr>Korzyści dobry praktyk</vt:lpstr>
      <vt:lpstr>KONIEC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Zadanie – postacie normalne</dc:title>
  <dc:creator>Admin</dc:creator>
  <cp:lastModifiedBy>Grzegorz Szymkowiak</cp:lastModifiedBy>
  <cp:revision>68</cp:revision>
  <dcterms:created xsi:type="dcterms:W3CDTF">2015-11-25T06:51:30Z</dcterms:created>
  <dcterms:modified xsi:type="dcterms:W3CDTF">2025-09-04T20:08:24Z</dcterms:modified>
</cp:coreProperties>
</file>