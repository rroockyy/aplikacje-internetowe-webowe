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282" r:id="rId3"/>
    <p:sldId id="288" r:id="rId4"/>
    <p:sldId id="357" r:id="rId5"/>
    <p:sldId id="345" r:id="rId6"/>
    <p:sldId id="333" r:id="rId7"/>
    <p:sldId id="343" r:id="rId8"/>
    <p:sldId id="344" r:id="rId9"/>
    <p:sldId id="346" r:id="rId10"/>
    <p:sldId id="340" r:id="rId11"/>
    <p:sldId id="334" r:id="rId12"/>
    <p:sldId id="335" r:id="rId13"/>
    <p:sldId id="354" r:id="rId14"/>
    <p:sldId id="355" r:id="rId15"/>
    <p:sldId id="341" r:id="rId16"/>
    <p:sldId id="336" r:id="rId17"/>
    <p:sldId id="337" r:id="rId18"/>
    <p:sldId id="342" r:id="rId19"/>
    <p:sldId id="338" r:id="rId20"/>
    <p:sldId id="339" r:id="rId21"/>
    <p:sldId id="347" r:id="rId22"/>
    <p:sldId id="356" r:id="rId23"/>
    <p:sldId id="348" r:id="rId24"/>
    <p:sldId id="358" r:id="rId25"/>
    <p:sldId id="349" r:id="rId26"/>
    <p:sldId id="350" r:id="rId27"/>
    <p:sldId id="351" r:id="rId28"/>
    <p:sldId id="359" r:id="rId29"/>
    <p:sldId id="352" r:id="rId30"/>
    <p:sldId id="353" r:id="rId31"/>
    <p:sldId id="360" r:id="rId32"/>
    <p:sldId id="361" r:id="rId33"/>
    <p:sldId id="363" r:id="rId34"/>
    <p:sldId id="261" r:id="rId35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173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zegorz Szymkowiak" userId="5651aec147c3f32a" providerId="LiveId" clId="{B7D84CFF-B5C2-4691-9DC7-5161EB3DAF78}"/>
    <pc:docChg chg="undo custSel addSld delSld modSld sldOrd">
      <pc:chgData name="Grzegorz Szymkowiak" userId="5651aec147c3f32a" providerId="LiveId" clId="{B7D84CFF-B5C2-4691-9DC7-5161EB3DAF78}" dt="2025-08-10T10:57:52.299" v="2694" actId="22"/>
      <pc:docMkLst>
        <pc:docMk/>
      </pc:docMkLst>
      <pc:sldChg chg="modSp mod">
        <pc:chgData name="Grzegorz Szymkowiak" userId="5651aec147c3f32a" providerId="LiveId" clId="{B7D84CFF-B5C2-4691-9DC7-5161EB3DAF78}" dt="2025-08-10T08:40:18.348" v="39" actId="20577"/>
        <pc:sldMkLst>
          <pc:docMk/>
          <pc:sldMk cId="3624809975" sldId="282"/>
        </pc:sldMkLst>
        <pc:spChg chg="mod">
          <ac:chgData name="Grzegorz Szymkowiak" userId="5651aec147c3f32a" providerId="LiveId" clId="{B7D84CFF-B5C2-4691-9DC7-5161EB3DAF78}" dt="2025-08-10T08:40:18.348" v="39" actId="20577"/>
          <ac:spMkLst>
            <pc:docMk/>
            <pc:sldMk cId="3624809975" sldId="282"/>
            <ac:spMk id="2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8:48:38.700" v="473" actId="20577"/>
        <pc:sldMkLst>
          <pc:docMk/>
          <pc:sldMk cId="2725453658" sldId="288"/>
        </pc:sldMkLst>
        <pc:spChg chg="mod">
          <ac:chgData name="Grzegorz Szymkowiak" userId="5651aec147c3f32a" providerId="LiveId" clId="{B7D84CFF-B5C2-4691-9DC7-5161EB3DAF78}" dt="2025-08-10T08:40:28.283" v="48" actId="20577"/>
          <ac:spMkLst>
            <pc:docMk/>
            <pc:sldMk cId="2725453658" sldId="288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8:48:38.700" v="473" actId="20577"/>
          <ac:spMkLst>
            <pc:docMk/>
            <pc:sldMk cId="2725453658" sldId="288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8:39:23.906" v="29" actId="20577"/>
        <pc:sldMkLst>
          <pc:docMk/>
          <pc:sldMk cId="5463068" sldId="332"/>
        </pc:sldMkLst>
        <pc:spChg chg="mod">
          <ac:chgData name="Grzegorz Szymkowiak" userId="5651aec147c3f32a" providerId="LiveId" clId="{B7D84CFF-B5C2-4691-9DC7-5161EB3DAF78}" dt="2025-08-10T08:39:17.120" v="19" actId="20577"/>
          <ac:spMkLst>
            <pc:docMk/>
            <pc:sldMk cId="5463068" sldId="332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8:39:23.906" v="29" actId="20577"/>
          <ac:spMkLst>
            <pc:docMk/>
            <pc:sldMk cId="5463068" sldId="332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8:48:47.309" v="474" actId="207"/>
        <pc:sldMkLst>
          <pc:docMk/>
          <pc:sldMk cId="2885019691" sldId="333"/>
        </pc:sldMkLst>
        <pc:spChg chg="mod">
          <ac:chgData name="Grzegorz Szymkowiak" userId="5651aec147c3f32a" providerId="LiveId" clId="{B7D84CFF-B5C2-4691-9DC7-5161EB3DAF78}" dt="2025-08-10T08:45:23.175" v="249" actId="20577"/>
          <ac:spMkLst>
            <pc:docMk/>
            <pc:sldMk cId="2885019691" sldId="333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8:48:47.309" v="474" actId="207"/>
          <ac:spMkLst>
            <pc:docMk/>
            <pc:sldMk cId="2885019691" sldId="333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06:26.135" v="1232"/>
        <pc:sldMkLst>
          <pc:docMk/>
          <pc:sldMk cId="1472127367" sldId="334"/>
        </pc:sldMkLst>
        <pc:spChg chg="mod">
          <ac:chgData name="Grzegorz Szymkowiak" userId="5651aec147c3f32a" providerId="LiveId" clId="{B7D84CFF-B5C2-4691-9DC7-5161EB3DAF78}" dt="2025-08-10T08:55:17.925" v="693" actId="20577"/>
          <ac:spMkLst>
            <pc:docMk/>
            <pc:sldMk cId="1472127367" sldId="334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9:06:26.135" v="1232"/>
          <ac:spMkLst>
            <pc:docMk/>
            <pc:sldMk cId="1472127367" sldId="334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24:24.741" v="1670" actId="20577"/>
        <pc:sldMkLst>
          <pc:docMk/>
          <pc:sldMk cId="1306918342" sldId="335"/>
        </pc:sldMkLst>
        <pc:spChg chg="mod">
          <ac:chgData name="Grzegorz Szymkowiak" userId="5651aec147c3f32a" providerId="LiveId" clId="{B7D84CFF-B5C2-4691-9DC7-5161EB3DAF78}" dt="2025-08-10T08:58:29.790" v="843"/>
          <ac:spMkLst>
            <pc:docMk/>
            <pc:sldMk cId="1306918342" sldId="335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9:24:24.741" v="1670" actId="20577"/>
          <ac:spMkLst>
            <pc:docMk/>
            <pc:sldMk cId="1306918342" sldId="335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08:10.513" v="1276" actId="20577"/>
        <pc:sldMkLst>
          <pc:docMk/>
          <pc:sldMk cId="1798602882" sldId="336"/>
        </pc:sldMkLst>
        <pc:spChg chg="mod">
          <ac:chgData name="Grzegorz Szymkowiak" userId="5651aec147c3f32a" providerId="LiveId" clId="{B7D84CFF-B5C2-4691-9DC7-5161EB3DAF78}" dt="2025-08-10T09:08:10.513" v="1276" actId="20577"/>
          <ac:spMkLst>
            <pc:docMk/>
            <pc:sldMk cId="1798602882" sldId="336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9:08:02.427" v="1255" actId="20577"/>
          <ac:spMkLst>
            <pc:docMk/>
            <pc:sldMk cId="1798602882" sldId="336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08:58.265" v="1283" actId="20577"/>
        <pc:sldMkLst>
          <pc:docMk/>
          <pc:sldMk cId="1535008028" sldId="337"/>
        </pc:sldMkLst>
        <pc:spChg chg="mod">
          <ac:chgData name="Grzegorz Szymkowiak" userId="5651aec147c3f32a" providerId="LiveId" clId="{B7D84CFF-B5C2-4691-9DC7-5161EB3DAF78}" dt="2025-08-10T09:08:20.237" v="1277"/>
          <ac:spMkLst>
            <pc:docMk/>
            <pc:sldMk cId="1535008028" sldId="337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9:08:58.265" v="1283" actId="20577"/>
          <ac:spMkLst>
            <pc:docMk/>
            <pc:sldMk cId="1535008028" sldId="337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11:32.199" v="1332"/>
        <pc:sldMkLst>
          <pc:docMk/>
          <pc:sldMk cId="1911874853" sldId="338"/>
        </pc:sldMkLst>
        <pc:spChg chg="mod">
          <ac:chgData name="Grzegorz Szymkowiak" userId="5651aec147c3f32a" providerId="LiveId" clId="{B7D84CFF-B5C2-4691-9DC7-5161EB3DAF78}" dt="2025-08-10T09:11:24.639" v="1331" actId="20577"/>
          <ac:spMkLst>
            <pc:docMk/>
            <pc:sldMk cId="1911874853" sldId="338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9:11:32.199" v="1332"/>
          <ac:spMkLst>
            <pc:docMk/>
            <pc:sldMk cId="1911874853" sldId="338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20:32.199" v="1592" actId="207"/>
        <pc:sldMkLst>
          <pc:docMk/>
          <pc:sldMk cId="3038610382" sldId="339"/>
        </pc:sldMkLst>
        <pc:spChg chg="mod">
          <ac:chgData name="Grzegorz Szymkowiak" userId="5651aec147c3f32a" providerId="LiveId" clId="{B7D84CFF-B5C2-4691-9DC7-5161EB3DAF78}" dt="2025-08-10T09:12:46.013" v="1340"/>
          <ac:spMkLst>
            <pc:docMk/>
            <pc:sldMk cId="3038610382" sldId="339"/>
            <ac:spMk id="2" creationId="{00000000-0000-0000-0000-000000000000}"/>
          </ac:spMkLst>
        </pc:spChg>
        <pc:spChg chg="mod">
          <ac:chgData name="Grzegorz Szymkowiak" userId="5651aec147c3f32a" providerId="LiveId" clId="{B7D84CFF-B5C2-4691-9DC7-5161EB3DAF78}" dt="2025-08-10T09:20:32.199" v="1592" actId="207"/>
          <ac:spMkLst>
            <pc:docMk/>
            <pc:sldMk cId="3038610382" sldId="339"/>
            <ac:spMk id="5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8:54:00.167" v="671" actId="20577"/>
        <pc:sldMkLst>
          <pc:docMk/>
          <pc:sldMk cId="1283837785" sldId="340"/>
        </pc:sldMkLst>
        <pc:spChg chg="mod">
          <ac:chgData name="Grzegorz Szymkowiak" userId="5651aec147c3f32a" providerId="LiveId" clId="{B7D84CFF-B5C2-4691-9DC7-5161EB3DAF78}" dt="2025-08-10T08:54:00.167" v="671" actId="20577"/>
          <ac:spMkLst>
            <pc:docMk/>
            <pc:sldMk cId="1283837785" sldId="340"/>
            <ac:spMk id="2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07:32.462" v="1253" actId="20577"/>
        <pc:sldMkLst>
          <pc:docMk/>
          <pc:sldMk cId="4041780392" sldId="341"/>
        </pc:sldMkLst>
        <pc:spChg chg="mod">
          <ac:chgData name="Grzegorz Szymkowiak" userId="5651aec147c3f32a" providerId="LiveId" clId="{B7D84CFF-B5C2-4691-9DC7-5161EB3DAF78}" dt="2025-08-10T09:07:32.462" v="1253" actId="20577"/>
          <ac:spMkLst>
            <pc:docMk/>
            <pc:sldMk cId="4041780392" sldId="341"/>
            <ac:spMk id="2" creationId="{00000000-0000-0000-0000-000000000000}"/>
          </ac:spMkLst>
        </pc:spChg>
      </pc:sldChg>
      <pc:sldChg chg="modSp mod">
        <pc:chgData name="Grzegorz Szymkowiak" userId="5651aec147c3f32a" providerId="LiveId" clId="{B7D84CFF-B5C2-4691-9DC7-5161EB3DAF78}" dt="2025-08-10T09:09:52.067" v="1307" actId="20577"/>
        <pc:sldMkLst>
          <pc:docMk/>
          <pc:sldMk cId="547595671" sldId="342"/>
        </pc:sldMkLst>
        <pc:spChg chg="mod">
          <ac:chgData name="Grzegorz Szymkowiak" userId="5651aec147c3f32a" providerId="LiveId" clId="{B7D84CFF-B5C2-4691-9DC7-5161EB3DAF78}" dt="2025-08-10T09:09:52.067" v="1307" actId="20577"/>
          <ac:spMkLst>
            <pc:docMk/>
            <pc:sldMk cId="547595671" sldId="342"/>
            <ac:spMk id="2" creationId="{00000000-0000-0000-0000-000000000000}"/>
          </ac:spMkLst>
        </pc:spChg>
      </pc:sldChg>
      <pc:sldChg chg="addSp delSp modSp add mod">
        <pc:chgData name="Grzegorz Szymkowiak" userId="5651aec147c3f32a" providerId="LiveId" clId="{B7D84CFF-B5C2-4691-9DC7-5161EB3DAF78}" dt="2025-08-10T08:49:49.963" v="497" actId="22"/>
        <pc:sldMkLst>
          <pc:docMk/>
          <pc:sldMk cId="3840909182" sldId="343"/>
        </pc:sldMkLst>
        <pc:spChg chg="add del">
          <ac:chgData name="Grzegorz Szymkowiak" userId="5651aec147c3f32a" providerId="LiveId" clId="{B7D84CFF-B5C2-4691-9DC7-5161EB3DAF78}" dt="2025-08-10T08:49:49.963" v="497" actId="22"/>
          <ac:spMkLst>
            <pc:docMk/>
            <pc:sldMk cId="3840909182" sldId="343"/>
            <ac:spMk id="4" creationId="{7692554A-4DB3-8E5C-2841-C2ED3D1F9019}"/>
          </ac:spMkLst>
        </pc:spChg>
        <pc:spChg chg="mod">
          <ac:chgData name="Grzegorz Szymkowiak" userId="5651aec147c3f32a" providerId="LiveId" clId="{B7D84CFF-B5C2-4691-9DC7-5161EB3DAF78}" dt="2025-08-10T08:49:33.972" v="495" actId="207"/>
          <ac:spMkLst>
            <pc:docMk/>
            <pc:sldMk cId="3840909182" sldId="343"/>
            <ac:spMk id="5" creationId="{C75FCCD9-75E4-E969-346F-FFDA1C27366D}"/>
          </ac:spMkLst>
        </pc:spChg>
      </pc:sldChg>
      <pc:sldChg chg="modSp add">
        <pc:chgData name="Grzegorz Szymkowiak" userId="5651aec147c3f32a" providerId="LiveId" clId="{B7D84CFF-B5C2-4691-9DC7-5161EB3DAF78}" dt="2025-08-10T08:50:36.847" v="499"/>
        <pc:sldMkLst>
          <pc:docMk/>
          <pc:sldMk cId="7229750" sldId="344"/>
        </pc:sldMkLst>
        <pc:spChg chg="mod">
          <ac:chgData name="Grzegorz Szymkowiak" userId="5651aec147c3f32a" providerId="LiveId" clId="{B7D84CFF-B5C2-4691-9DC7-5161EB3DAF78}" dt="2025-08-10T08:50:36.847" v="499"/>
          <ac:spMkLst>
            <pc:docMk/>
            <pc:sldMk cId="7229750" sldId="344"/>
            <ac:spMk id="5" creationId="{966E10EA-E9DB-69B1-70A2-9B8B4BAA5DFB}"/>
          </ac:spMkLst>
        </pc:spChg>
      </pc:sldChg>
      <pc:sldChg chg="modSp add mod">
        <pc:chgData name="Grzegorz Szymkowiak" userId="5651aec147c3f32a" providerId="LiveId" clId="{B7D84CFF-B5C2-4691-9DC7-5161EB3DAF78}" dt="2025-08-10T08:51:15.860" v="514" actId="20577"/>
        <pc:sldMkLst>
          <pc:docMk/>
          <pc:sldMk cId="1803966501" sldId="345"/>
        </pc:sldMkLst>
        <pc:spChg chg="mod">
          <ac:chgData name="Grzegorz Szymkowiak" userId="5651aec147c3f32a" providerId="LiveId" clId="{B7D84CFF-B5C2-4691-9DC7-5161EB3DAF78}" dt="2025-08-10T08:51:15.860" v="514" actId="20577"/>
          <ac:spMkLst>
            <pc:docMk/>
            <pc:sldMk cId="1803966501" sldId="345"/>
            <ac:spMk id="2" creationId="{05CEAF4E-A4C9-77C4-FE8C-A3649C36CB81}"/>
          </ac:spMkLst>
        </pc:spChg>
      </pc:sldChg>
      <pc:sldChg chg="modSp add mod">
        <pc:chgData name="Grzegorz Szymkowiak" userId="5651aec147c3f32a" providerId="LiveId" clId="{B7D84CFF-B5C2-4691-9DC7-5161EB3DAF78}" dt="2025-08-10T08:53:40.316" v="649" actId="207"/>
        <pc:sldMkLst>
          <pc:docMk/>
          <pc:sldMk cId="1084545872" sldId="346"/>
        </pc:sldMkLst>
        <pc:spChg chg="mod">
          <ac:chgData name="Grzegorz Szymkowiak" userId="5651aec147c3f32a" providerId="LiveId" clId="{B7D84CFF-B5C2-4691-9DC7-5161EB3DAF78}" dt="2025-08-10T08:53:40.316" v="649" actId="207"/>
          <ac:spMkLst>
            <pc:docMk/>
            <pc:sldMk cId="1084545872" sldId="346"/>
            <ac:spMk id="5" creationId="{53799D73-AE5F-15AD-16FF-7608B25C2027}"/>
          </ac:spMkLst>
        </pc:spChg>
      </pc:sldChg>
      <pc:sldChg chg="modSp add mod">
        <pc:chgData name="Grzegorz Szymkowiak" userId="5651aec147c3f32a" providerId="LiveId" clId="{B7D84CFF-B5C2-4691-9DC7-5161EB3DAF78}" dt="2025-08-10T09:16:32.911" v="1475" actId="1076"/>
        <pc:sldMkLst>
          <pc:docMk/>
          <pc:sldMk cId="4027007471" sldId="347"/>
        </pc:sldMkLst>
        <pc:spChg chg="mod">
          <ac:chgData name="Grzegorz Szymkowiak" userId="5651aec147c3f32a" providerId="LiveId" clId="{B7D84CFF-B5C2-4691-9DC7-5161EB3DAF78}" dt="2025-08-10T09:13:28.458" v="1343"/>
          <ac:spMkLst>
            <pc:docMk/>
            <pc:sldMk cId="4027007471" sldId="347"/>
            <ac:spMk id="2" creationId="{9816014C-813C-F3E6-3491-CE56BC5ABFE0}"/>
          </ac:spMkLst>
        </pc:spChg>
        <pc:spChg chg="mod">
          <ac:chgData name="Grzegorz Szymkowiak" userId="5651aec147c3f32a" providerId="LiveId" clId="{B7D84CFF-B5C2-4691-9DC7-5161EB3DAF78}" dt="2025-08-10T09:16:32.911" v="1475" actId="1076"/>
          <ac:spMkLst>
            <pc:docMk/>
            <pc:sldMk cId="4027007471" sldId="347"/>
            <ac:spMk id="5" creationId="{13B19229-A1A8-F5EA-08FC-88144BFCBE43}"/>
          </ac:spMkLst>
        </pc:spChg>
      </pc:sldChg>
      <pc:sldChg chg="modSp add mod">
        <pc:chgData name="Grzegorz Szymkowiak" userId="5651aec147c3f32a" providerId="LiveId" clId="{B7D84CFF-B5C2-4691-9DC7-5161EB3DAF78}" dt="2025-08-10T09:42:39.128" v="2482" actId="207"/>
        <pc:sldMkLst>
          <pc:docMk/>
          <pc:sldMk cId="396921190" sldId="348"/>
        </pc:sldMkLst>
        <pc:spChg chg="mod">
          <ac:chgData name="Grzegorz Szymkowiak" userId="5651aec147c3f32a" providerId="LiveId" clId="{B7D84CFF-B5C2-4691-9DC7-5161EB3DAF78}" dt="2025-08-10T09:27:02.341" v="1720" actId="20577"/>
          <ac:spMkLst>
            <pc:docMk/>
            <pc:sldMk cId="396921190" sldId="348"/>
            <ac:spMk id="2" creationId="{5595E05A-65AB-1C83-74BC-5E798D63D170}"/>
          </ac:spMkLst>
        </pc:spChg>
        <pc:spChg chg="mod">
          <ac:chgData name="Grzegorz Szymkowiak" userId="5651aec147c3f32a" providerId="LiveId" clId="{B7D84CFF-B5C2-4691-9DC7-5161EB3DAF78}" dt="2025-08-10T09:42:39.128" v="2482" actId="207"/>
          <ac:spMkLst>
            <pc:docMk/>
            <pc:sldMk cId="396921190" sldId="348"/>
            <ac:spMk id="5" creationId="{77698838-B987-7BFA-1BBC-E6266D553E62}"/>
          </ac:spMkLst>
        </pc:spChg>
      </pc:sldChg>
      <pc:sldChg chg="modSp add mod">
        <pc:chgData name="Grzegorz Szymkowiak" userId="5651aec147c3f32a" providerId="LiveId" clId="{B7D84CFF-B5C2-4691-9DC7-5161EB3DAF78}" dt="2025-08-10T10:30:26.215" v="2502" actId="20577"/>
        <pc:sldMkLst>
          <pc:docMk/>
          <pc:sldMk cId="220197362" sldId="349"/>
        </pc:sldMkLst>
        <pc:spChg chg="mod">
          <ac:chgData name="Grzegorz Szymkowiak" userId="5651aec147c3f32a" providerId="LiveId" clId="{B7D84CFF-B5C2-4691-9DC7-5161EB3DAF78}" dt="2025-08-10T10:29:29.116" v="2488"/>
          <ac:spMkLst>
            <pc:docMk/>
            <pc:sldMk cId="220197362" sldId="349"/>
            <ac:spMk id="2" creationId="{E834BCD5-F5E6-F81E-4A5B-E272BA47FDEE}"/>
          </ac:spMkLst>
        </pc:spChg>
        <pc:spChg chg="mod">
          <ac:chgData name="Grzegorz Szymkowiak" userId="5651aec147c3f32a" providerId="LiveId" clId="{B7D84CFF-B5C2-4691-9DC7-5161EB3DAF78}" dt="2025-08-10T10:30:26.215" v="2502" actId="20577"/>
          <ac:spMkLst>
            <pc:docMk/>
            <pc:sldMk cId="220197362" sldId="349"/>
            <ac:spMk id="5" creationId="{B8EED0C6-80F3-29DC-2605-774BAFB056EB}"/>
          </ac:spMkLst>
        </pc:spChg>
      </pc:sldChg>
      <pc:sldChg chg="addSp delSp modSp add mod">
        <pc:chgData name="Grzegorz Szymkowiak" userId="5651aec147c3f32a" providerId="LiveId" clId="{B7D84CFF-B5C2-4691-9DC7-5161EB3DAF78}" dt="2025-08-10T10:31:14.847" v="2506" actId="1076"/>
        <pc:sldMkLst>
          <pc:docMk/>
          <pc:sldMk cId="273744850" sldId="350"/>
        </pc:sldMkLst>
        <pc:spChg chg="mod">
          <ac:chgData name="Grzegorz Szymkowiak" userId="5651aec147c3f32a" providerId="LiveId" clId="{B7D84CFF-B5C2-4691-9DC7-5161EB3DAF78}" dt="2025-08-10T10:30:34.247" v="2503"/>
          <ac:spMkLst>
            <pc:docMk/>
            <pc:sldMk cId="273744850" sldId="350"/>
            <ac:spMk id="2" creationId="{24EE44CA-6AAF-0EA7-ED57-CFAD6AC9619B}"/>
          </ac:spMkLst>
        </pc:spChg>
        <pc:spChg chg="del">
          <ac:chgData name="Grzegorz Szymkowiak" userId="5651aec147c3f32a" providerId="LiveId" clId="{B7D84CFF-B5C2-4691-9DC7-5161EB3DAF78}" dt="2025-08-10T10:31:02.054" v="2504" actId="478"/>
          <ac:spMkLst>
            <pc:docMk/>
            <pc:sldMk cId="273744850" sldId="350"/>
            <ac:spMk id="5" creationId="{653BD800-5F82-A2F1-7A76-283D2C10C513}"/>
          </ac:spMkLst>
        </pc:spChg>
        <pc:picChg chg="add mod">
          <ac:chgData name="Grzegorz Szymkowiak" userId="5651aec147c3f32a" providerId="LiveId" clId="{B7D84CFF-B5C2-4691-9DC7-5161EB3DAF78}" dt="2025-08-10T10:31:14.847" v="2506" actId="1076"/>
          <ac:picMkLst>
            <pc:docMk/>
            <pc:sldMk cId="273744850" sldId="350"/>
            <ac:picMk id="4" creationId="{F679E01A-ECBC-E906-B3F8-AA349408CA86}"/>
          </ac:picMkLst>
        </pc:picChg>
      </pc:sldChg>
      <pc:sldChg chg="modSp add mod">
        <pc:chgData name="Grzegorz Szymkowiak" userId="5651aec147c3f32a" providerId="LiveId" clId="{B7D84CFF-B5C2-4691-9DC7-5161EB3DAF78}" dt="2025-08-10T10:32:42.294" v="2518" actId="20577"/>
        <pc:sldMkLst>
          <pc:docMk/>
          <pc:sldMk cId="3404792177" sldId="351"/>
        </pc:sldMkLst>
        <pc:spChg chg="mod">
          <ac:chgData name="Grzegorz Szymkowiak" userId="5651aec147c3f32a" providerId="LiveId" clId="{B7D84CFF-B5C2-4691-9DC7-5161EB3DAF78}" dt="2025-08-10T10:31:45.566" v="2507"/>
          <ac:spMkLst>
            <pc:docMk/>
            <pc:sldMk cId="3404792177" sldId="351"/>
            <ac:spMk id="2" creationId="{7FCA26A5-8BC6-23E4-CA5B-85E99B35A52A}"/>
          </ac:spMkLst>
        </pc:spChg>
        <pc:spChg chg="mod">
          <ac:chgData name="Grzegorz Szymkowiak" userId="5651aec147c3f32a" providerId="LiveId" clId="{B7D84CFF-B5C2-4691-9DC7-5161EB3DAF78}" dt="2025-08-10T10:32:42.294" v="2518" actId="20577"/>
          <ac:spMkLst>
            <pc:docMk/>
            <pc:sldMk cId="3404792177" sldId="351"/>
            <ac:spMk id="5" creationId="{943AFA81-06DC-A278-782C-D62128027F0F}"/>
          </ac:spMkLst>
        </pc:spChg>
      </pc:sldChg>
      <pc:sldChg chg="modSp add mod">
        <pc:chgData name="Grzegorz Szymkowiak" userId="5651aec147c3f32a" providerId="LiveId" clId="{B7D84CFF-B5C2-4691-9DC7-5161EB3DAF78}" dt="2025-08-10T10:35:43.955" v="2547" actId="948"/>
        <pc:sldMkLst>
          <pc:docMk/>
          <pc:sldMk cId="286452542" sldId="352"/>
        </pc:sldMkLst>
        <pc:spChg chg="mod">
          <ac:chgData name="Grzegorz Szymkowiak" userId="5651aec147c3f32a" providerId="LiveId" clId="{B7D84CFF-B5C2-4691-9DC7-5161EB3DAF78}" dt="2025-08-10T10:34:08.331" v="2521"/>
          <ac:spMkLst>
            <pc:docMk/>
            <pc:sldMk cId="286452542" sldId="352"/>
            <ac:spMk id="2" creationId="{0972E974-DAD1-9046-B015-568D29636651}"/>
          </ac:spMkLst>
        </pc:spChg>
        <pc:spChg chg="mod">
          <ac:chgData name="Grzegorz Szymkowiak" userId="5651aec147c3f32a" providerId="LiveId" clId="{B7D84CFF-B5C2-4691-9DC7-5161EB3DAF78}" dt="2025-08-10T10:35:43.955" v="2547" actId="948"/>
          <ac:spMkLst>
            <pc:docMk/>
            <pc:sldMk cId="286452542" sldId="352"/>
            <ac:spMk id="5" creationId="{A40C3221-ADA2-AA0B-D95E-E9E5B72DD293}"/>
          </ac:spMkLst>
        </pc:spChg>
      </pc:sldChg>
      <pc:sldChg chg="modSp add mod">
        <pc:chgData name="Grzegorz Szymkowiak" userId="5651aec147c3f32a" providerId="LiveId" clId="{B7D84CFF-B5C2-4691-9DC7-5161EB3DAF78}" dt="2025-08-10T10:38:10.770" v="2549" actId="207"/>
        <pc:sldMkLst>
          <pc:docMk/>
          <pc:sldMk cId="4231093106" sldId="353"/>
        </pc:sldMkLst>
        <pc:spChg chg="mod">
          <ac:chgData name="Grzegorz Szymkowiak" userId="5651aec147c3f32a" providerId="LiveId" clId="{B7D84CFF-B5C2-4691-9DC7-5161EB3DAF78}" dt="2025-08-10T10:34:10.220" v="2522"/>
          <ac:spMkLst>
            <pc:docMk/>
            <pc:sldMk cId="4231093106" sldId="353"/>
            <ac:spMk id="2" creationId="{9D0BF0B3-8434-5D70-35B8-796239ED1783}"/>
          </ac:spMkLst>
        </pc:spChg>
        <pc:spChg chg="mod">
          <ac:chgData name="Grzegorz Szymkowiak" userId="5651aec147c3f32a" providerId="LiveId" clId="{B7D84CFF-B5C2-4691-9DC7-5161EB3DAF78}" dt="2025-08-10T10:38:10.770" v="2549" actId="207"/>
          <ac:spMkLst>
            <pc:docMk/>
            <pc:sldMk cId="4231093106" sldId="353"/>
            <ac:spMk id="5" creationId="{D54E146C-429F-9D9F-A328-E7BEC338B35B}"/>
          </ac:spMkLst>
        </pc:spChg>
      </pc:sldChg>
      <pc:sldChg chg="modSp add mod">
        <pc:chgData name="Grzegorz Szymkowiak" userId="5651aec147c3f32a" providerId="LiveId" clId="{B7D84CFF-B5C2-4691-9DC7-5161EB3DAF78}" dt="2025-08-10T09:24:13.958" v="1667" actId="20577"/>
        <pc:sldMkLst>
          <pc:docMk/>
          <pc:sldMk cId="2432470735" sldId="354"/>
        </pc:sldMkLst>
        <pc:spChg chg="mod">
          <ac:chgData name="Grzegorz Szymkowiak" userId="5651aec147c3f32a" providerId="LiveId" clId="{B7D84CFF-B5C2-4691-9DC7-5161EB3DAF78}" dt="2025-08-10T09:24:13.958" v="1667" actId="20577"/>
          <ac:spMkLst>
            <pc:docMk/>
            <pc:sldMk cId="2432470735" sldId="354"/>
            <ac:spMk id="5" creationId="{BCC03465-FC24-D6A0-A50F-148E7C6928E6}"/>
          </ac:spMkLst>
        </pc:spChg>
      </pc:sldChg>
      <pc:sldChg chg="modSp add mod">
        <pc:chgData name="Grzegorz Szymkowiak" userId="5651aec147c3f32a" providerId="LiveId" clId="{B7D84CFF-B5C2-4691-9DC7-5161EB3DAF78}" dt="2025-08-10T09:25:15.164" v="1677" actId="20577"/>
        <pc:sldMkLst>
          <pc:docMk/>
          <pc:sldMk cId="127124464" sldId="355"/>
        </pc:sldMkLst>
        <pc:spChg chg="mod">
          <ac:chgData name="Grzegorz Szymkowiak" userId="5651aec147c3f32a" providerId="LiveId" clId="{B7D84CFF-B5C2-4691-9DC7-5161EB3DAF78}" dt="2025-08-10T09:25:15.164" v="1677" actId="20577"/>
          <ac:spMkLst>
            <pc:docMk/>
            <pc:sldMk cId="127124464" sldId="355"/>
            <ac:spMk id="5" creationId="{C770DA9D-7AE3-48AC-760F-E1663C0983ED}"/>
          </ac:spMkLst>
        </pc:spChg>
      </pc:sldChg>
      <pc:sldChg chg="modSp add mod">
        <pc:chgData name="Grzegorz Szymkowiak" userId="5651aec147c3f32a" providerId="LiveId" clId="{B7D84CFF-B5C2-4691-9DC7-5161EB3DAF78}" dt="2025-08-10T09:26:57.810" v="1714" actId="20577"/>
        <pc:sldMkLst>
          <pc:docMk/>
          <pc:sldMk cId="814073659" sldId="356"/>
        </pc:sldMkLst>
        <pc:spChg chg="mod">
          <ac:chgData name="Grzegorz Szymkowiak" userId="5651aec147c3f32a" providerId="LiveId" clId="{B7D84CFF-B5C2-4691-9DC7-5161EB3DAF78}" dt="2025-08-10T09:26:57.810" v="1714" actId="20577"/>
          <ac:spMkLst>
            <pc:docMk/>
            <pc:sldMk cId="814073659" sldId="356"/>
            <ac:spMk id="2" creationId="{2D019423-7D6A-9E6F-8F27-1A6E79544779}"/>
          </ac:spMkLst>
        </pc:spChg>
      </pc:sldChg>
      <pc:sldChg chg="modSp add mod">
        <pc:chgData name="Grzegorz Szymkowiak" userId="5651aec147c3f32a" providerId="LiveId" clId="{B7D84CFF-B5C2-4691-9DC7-5161EB3DAF78}" dt="2025-08-10T09:39:02.179" v="2458" actId="20577"/>
        <pc:sldMkLst>
          <pc:docMk/>
          <pc:sldMk cId="454511372" sldId="357"/>
        </pc:sldMkLst>
        <pc:spChg chg="mod">
          <ac:chgData name="Grzegorz Szymkowiak" userId="5651aec147c3f32a" providerId="LiveId" clId="{B7D84CFF-B5C2-4691-9DC7-5161EB3DAF78}" dt="2025-08-10T09:39:02.179" v="2458" actId="20577"/>
          <ac:spMkLst>
            <pc:docMk/>
            <pc:sldMk cId="454511372" sldId="357"/>
            <ac:spMk id="5" creationId="{9475F1D6-E6F0-C980-4D66-6C4AD124C89A}"/>
          </ac:spMkLst>
        </pc:spChg>
      </pc:sldChg>
      <pc:sldChg chg="modSp add mod">
        <pc:chgData name="Grzegorz Szymkowiak" userId="5651aec147c3f32a" providerId="LiveId" clId="{B7D84CFF-B5C2-4691-9DC7-5161EB3DAF78}" dt="2025-08-10T10:29:13.466" v="2486" actId="20577"/>
        <pc:sldMkLst>
          <pc:docMk/>
          <pc:sldMk cId="4141739054" sldId="358"/>
        </pc:sldMkLst>
        <pc:spChg chg="mod">
          <ac:chgData name="Grzegorz Szymkowiak" userId="5651aec147c3f32a" providerId="LiveId" clId="{B7D84CFF-B5C2-4691-9DC7-5161EB3DAF78}" dt="2025-08-10T10:29:13.466" v="2486" actId="20577"/>
          <ac:spMkLst>
            <pc:docMk/>
            <pc:sldMk cId="4141739054" sldId="358"/>
            <ac:spMk id="2" creationId="{57BF7F40-DAC4-4FED-41C0-0781623FA4C3}"/>
          </ac:spMkLst>
        </pc:spChg>
      </pc:sldChg>
      <pc:sldChg chg="modSp add">
        <pc:chgData name="Grzegorz Szymkowiak" userId="5651aec147c3f32a" providerId="LiveId" clId="{B7D84CFF-B5C2-4691-9DC7-5161EB3DAF78}" dt="2025-08-10T10:34:05.252" v="2520"/>
        <pc:sldMkLst>
          <pc:docMk/>
          <pc:sldMk cId="4255205130" sldId="359"/>
        </pc:sldMkLst>
        <pc:spChg chg="mod">
          <ac:chgData name="Grzegorz Szymkowiak" userId="5651aec147c3f32a" providerId="LiveId" clId="{B7D84CFF-B5C2-4691-9DC7-5161EB3DAF78}" dt="2025-08-10T10:34:05.252" v="2520"/>
          <ac:spMkLst>
            <pc:docMk/>
            <pc:sldMk cId="4255205130" sldId="359"/>
            <ac:spMk id="2" creationId="{9CF2D77F-E0FC-F8D8-8C2F-8ECC8016E29F}"/>
          </ac:spMkLst>
        </pc:spChg>
      </pc:sldChg>
      <pc:sldChg chg="addSp modSp add mod">
        <pc:chgData name="Grzegorz Szymkowiak" userId="5651aec147c3f32a" providerId="LiveId" clId="{B7D84CFF-B5C2-4691-9DC7-5161EB3DAF78}" dt="2025-08-10T10:40:22.136" v="2554" actId="1076"/>
        <pc:sldMkLst>
          <pc:docMk/>
          <pc:sldMk cId="3903252614" sldId="360"/>
        </pc:sldMkLst>
        <pc:spChg chg="mod">
          <ac:chgData name="Grzegorz Szymkowiak" userId="5651aec147c3f32a" providerId="LiveId" clId="{B7D84CFF-B5C2-4691-9DC7-5161EB3DAF78}" dt="2025-08-10T10:39:28.482" v="2552" actId="207"/>
          <ac:spMkLst>
            <pc:docMk/>
            <pc:sldMk cId="3903252614" sldId="360"/>
            <ac:spMk id="5" creationId="{00AA4DA7-8F35-DAC9-F4B6-4C2E48BAAA33}"/>
          </ac:spMkLst>
        </pc:spChg>
        <pc:picChg chg="add mod">
          <ac:chgData name="Grzegorz Szymkowiak" userId="5651aec147c3f32a" providerId="LiveId" clId="{B7D84CFF-B5C2-4691-9DC7-5161EB3DAF78}" dt="2025-08-10T10:40:22.136" v="2554" actId="1076"/>
          <ac:picMkLst>
            <pc:docMk/>
            <pc:sldMk cId="3903252614" sldId="360"/>
            <ac:picMk id="4" creationId="{0F6232BD-7415-1A50-3A8B-E0818BC3EAAA}"/>
          </ac:picMkLst>
        </pc:picChg>
      </pc:sldChg>
      <pc:sldChg chg="addSp modSp add mod">
        <pc:chgData name="Grzegorz Szymkowiak" userId="5651aec147c3f32a" providerId="LiveId" clId="{B7D84CFF-B5C2-4691-9DC7-5161EB3DAF78}" dt="2025-08-10T10:41:23.198" v="2559" actId="1076"/>
        <pc:sldMkLst>
          <pc:docMk/>
          <pc:sldMk cId="2855467943" sldId="361"/>
        </pc:sldMkLst>
        <pc:spChg chg="mod">
          <ac:chgData name="Grzegorz Szymkowiak" userId="5651aec147c3f32a" providerId="LiveId" clId="{B7D84CFF-B5C2-4691-9DC7-5161EB3DAF78}" dt="2025-08-10T10:40:54.717" v="2557"/>
          <ac:spMkLst>
            <pc:docMk/>
            <pc:sldMk cId="2855467943" sldId="361"/>
            <ac:spMk id="5" creationId="{E6D85521-5A5A-53C0-277D-F1442082BB6D}"/>
          </ac:spMkLst>
        </pc:spChg>
        <pc:picChg chg="add mod">
          <ac:chgData name="Grzegorz Szymkowiak" userId="5651aec147c3f32a" providerId="LiveId" clId="{B7D84CFF-B5C2-4691-9DC7-5161EB3DAF78}" dt="2025-08-10T10:41:23.198" v="2559" actId="1076"/>
          <ac:picMkLst>
            <pc:docMk/>
            <pc:sldMk cId="2855467943" sldId="361"/>
            <ac:picMk id="4" creationId="{F68A119C-7BB0-B95F-AFAE-9FB57F0B6DE8}"/>
          </ac:picMkLst>
        </pc:picChg>
      </pc:sldChg>
      <pc:sldChg chg="delSp modSp add del mod">
        <pc:chgData name="Grzegorz Szymkowiak" userId="5651aec147c3f32a" providerId="LiveId" clId="{B7D84CFF-B5C2-4691-9DC7-5161EB3DAF78}" dt="2025-08-10T10:44:53.829" v="2589" actId="47"/>
        <pc:sldMkLst>
          <pc:docMk/>
          <pc:sldMk cId="3602528689" sldId="362"/>
        </pc:sldMkLst>
        <pc:spChg chg="del mod">
          <ac:chgData name="Grzegorz Szymkowiak" userId="5651aec147c3f32a" providerId="LiveId" clId="{B7D84CFF-B5C2-4691-9DC7-5161EB3DAF78}" dt="2025-08-10T10:44:15.160" v="2579" actId="21"/>
          <ac:spMkLst>
            <pc:docMk/>
            <pc:sldMk cId="3602528689" sldId="362"/>
            <ac:spMk id="5" creationId="{53E2D6E1-139F-7BD9-77D5-59A020D4A3AD}"/>
          </ac:spMkLst>
        </pc:spChg>
      </pc:sldChg>
      <pc:sldChg chg="addSp delSp modSp add mod ord">
        <pc:chgData name="Grzegorz Szymkowiak" userId="5651aec147c3f32a" providerId="LiveId" clId="{B7D84CFF-B5C2-4691-9DC7-5161EB3DAF78}" dt="2025-08-10T10:44:52.619" v="2588"/>
        <pc:sldMkLst>
          <pc:docMk/>
          <pc:sldMk cId="3496439981" sldId="363"/>
        </pc:sldMkLst>
        <pc:spChg chg="mod">
          <ac:chgData name="Grzegorz Szymkowiak" userId="5651aec147c3f32a" providerId="LiveId" clId="{B7D84CFF-B5C2-4691-9DC7-5161EB3DAF78}" dt="2025-08-10T10:43:48.548" v="2576" actId="20577"/>
          <ac:spMkLst>
            <pc:docMk/>
            <pc:sldMk cId="3496439981" sldId="363"/>
            <ac:spMk id="2" creationId="{B83CF8C9-7C8C-2036-38A9-159F0D28F16D}"/>
          </ac:spMkLst>
        </pc:spChg>
        <pc:spChg chg="del">
          <ac:chgData name="Grzegorz Szymkowiak" userId="5651aec147c3f32a" providerId="LiveId" clId="{B7D84CFF-B5C2-4691-9DC7-5161EB3DAF78}" dt="2025-08-10T10:42:49.776" v="2562" actId="478"/>
          <ac:spMkLst>
            <pc:docMk/>
            <pc:sldMk cId="3496439981" sldId="363"/>
            <ac:spMk id="5" creationId="{29B169C3-6ECA-C5E8-131A-651BE79213BE}"/>
          </ac:spMkLst>
        </pc:spChg>
        <pc:spChg chg="add mod">
          <ac:chgData name="Grzegorz Szymkowiak" userId="5651aec147c3f32a" providerId="LiveId" clId="{B7D84CFF-B5C2-4691-9DC7-5161EB3DAF78}" dt="2025-08-10T10:44:44.131" v="2585" actId="207"/>
          <ac:spMkLst>
            <pc:docMk/>
            <pc:sldMk cId="3496439981" sldId="363"/>
            <ac:spMk id="8" creationId="{53E2D6E1-139F-7BD9-77D5-59A020D4A3AD}"/>
          </ac:spMkLst>
        </pc:spChg>
        <pc:picChg chg="add del">
          <ac:chgData name="Grzegorz Szymkowiak" userId="5651aec147c3f32a" providerId="LiveId" clId="{B7D84CFF-B5C2-4691-9DC7-5161EB3DAF78}" dt="2025-08-10T10:42:47.634" v="2561" actId="22"/>
          <ac:picMkLst>
            <pc:docMk/>
            <pc:sldMk cId="3496439981" sldId="363"/>
            <ac:picMk id="4" creationId="{3D0D7C80-EDB5-42C2-7E81-73BB16C6829E}"/>
          </ac:picMkLst>
        </pc:picChg>
        <pc:picChg chg="add mod">
          <ac:chgData name="Grzegorz Szymkowiak" userId="5651aec147c3f32a" providerId="LiveId" clId="{B7D84CFF-B5C2-4691-9DC7-5161EB3DAF78}" dt="2025-08-10T10:44:50.950" v="2586" actId="1076"/>
          <ac:picMkLst>
            <pc:docMk/>
            <pc:sldMk cId="3496439981" sldId="363"/>
            <ac:picMk id="7" creationId="{2CBAF402-46AA-DFBA-348D-4313BABC7780}"/>
          </ac:picMkLst>
        </pc:picChg>
      </pc:sldChg>
      <pc:sldChg chg="modSp add mod">
        <pc:chgData name="Grzegorz Szymkowiak" userId="5651aec147c3f32a" providerId="LiveId" clId="{B7D84CFF-B5C2-4691-9DC7-5161EB3DAF78}" dt="2025-08-10T10:45:14.597" v="2597" actId="20577"/>
        <pc:sldMkLst>
          <pc:docMk/>
          <pc:sldMk cId="750544433" sldId="364"/>
        </pc:sldMkLst>
        <pc:spChg chg="mod">
          <ac:chgData name="Grzegorz Szymkowiak" userId="5651aec147c3f32a" providerId="LiveId" clId="{B7D84CFF-B5C2-4691-9DC7-5161EB3DAF78}" dt="2025-08-10T10:45:14.597" v="2597" actId="20577"/>
          <ac:spMkLst>
            <pc:docMk/>
            <pc:sldMk cId="750544433" sldId="364"/>
            <ac:spMk id="2" creationId="{E9B5E313-92C1-4031-46ED-CAC118FD2D98}"/>
          </ac:spMkLst>
        </pc:spChg>
      </pc:sldChg>
      <pc:sldChg chg="modSp add mod">
        <pc:chgData name="Grzegorz Szymkowiak" userId="5651aec147c3f32a" providerId="LiveId" clId="{B7D84CFF-B5C2-4691-9DC7-5161EB3DAF78}" dt="2025-08-10T10:55:16.998" v="2683" actId="20577"/>
        <pc:sldMkLst>
          <pc:docMk/>
          <pc:sldMk cId="1269103183" sldId="365"/>
        </pc:sldMkLst>
        <pc:spChg chg="mod">
          <ac:chgData name="Grzegorz Szymkowiak" userId="5651aec147c3f32a" providerId="LiveId" clId="{B7D84CFF-B5C2-4691-9DC7-5161EB3DAF78}" dt="2025-08-10T10:55:16.998" v="2683" actId="20577"/>
          <ac:spMkLst>
            <pc:docMk/>
            <pc:sldMk cId="1269103183" sldId="365"/>
            <ac:spMk id="2" creationId="{5A68EE82-A21C-F01D-66DC-F2F308685E20}"/>
          </ac:spMkLst>
        </pc:spChg>
        <pc:spChg chg="mod">
          <ac:chgData name="Grzegorz Szymkowiak" userId="5651aec147c3f32a" providerId="LiveId" clId="{B7D84CFF-B5C2-4691-9DC7-5161EB3DAF78}" dt="2025-08-10T10:50:48.626" v="2670" actId="20577"/>
          <ac:spMkLst>
            <pc:docMk/>
            <pc:sldMk cId="1269103183" sldId="365"/>
            <ac:spMk id="5" creationId="{1ED4E282-71B1-EA29-43AC-32D5DD72BAD8}"/>
          </ac:spMkLst>
        </pc:spChg>
      </pc:sldChg>
      <pc:sldChg chg="addSp delSp modSp add mod">
        <pc:chgData name="Grzegorz Szymkowiak" userId="5651aec147c3f32a" providerId="LiveId" clId="{B7D84CFF-B5C2-4691-9DC7-5161EB3DAF78}" dt="2025-08-10T10:55:21.667" v="2684"/>
        <pc:sldMkLst>
          <pc:docMk/>
          <pc:sldMk cId="921012923" sldId="366"/>
        </pc:sldMkLst>
        <pc:spChg chg="mod">
          <ac:chgData name="Grzegorz Szymkowiak" userId="5651aec147c3f32a" providerId="LiveId" clId="{B7D84CFF-B5C2-4691-9DC7-5161EB3DAF78}" dt="2025-08-10T10:55:21.667" v="2684"/>
          <ac:spMkLst>
            <pc:docMk/>
            <pc:sldMk cId="921012923" sldId="366"/>
            <ac:spMk id="2" creationId="{2CF720C8-6C9B-3CBC-8755-BCDE2A3BA4BE}"/>
          </ac:spMkLst>
        </pc:spChg>
        <pc:spChg chg="del">
          <ac:chgData name="Grzegorz Szymkowiak" userId="5651aec147c3f32a" providerId="LiveId" clId="{B7D84CFF-B5C2-4691-9DC7-5161EB3DAF78}" dt="2025-08-10T10:52:02.780" v="2672" actId="478"/>
          <ac:spMkLst>
            <pc:docMk/>
            <pc:sldMk cId="921012923" sldId="366"/>
            <ac:spMk id="5" creationId="{7BA15795-EE3B-9428-B43D-2319B094FA80}"/>
          </ac:spMkLst>
        </pc:spChg>
        <pc:picChg chg="add mod">
          <ac:chgData name="Grzegorz Szymkowiak" userId="5651aec147c3f32a" providerId="LiveId" clId="{B7D84CFF-B5C2-4691-9DC7-5161EB3DAF78}" dt="2025-08-10T10:52:15.825" v="2675" actId="1076"/>
          <ac:picMkLst>
            <pc:docMk/>
            <pc:sldMk cId="921012923" sldId="366"/>
            <ac:picMk id="4" creationId="{A3AFDECE-33F3-28D2-4398-ABB214840B97}"/>
          </ac:picMkLst>
        </pc:picChg>
      </pc:sldChg>
      <pc:sldChg chg="addSp delSp modSp add mod">
        <pc:chgData name="Grzegorz Szymkowiak" userId="5651aec147c3f32a" providerId="LiveId" clId="{B7D84CFF-B5C2-4691-9DC7-5161EB3DAF78}" dt="2025-08-10T10:56:08.353" v="2691" actId="1076"/>
        <pc:sldMkLst>
          <pc:docMk/>
          <pc:sldMk cId="3309621415" sldId="367"/>
        </pc:sldMkLst>
        <pc:spChg chg="del mod">
          <ac:chgData name="Grzegorz Szymkowiak" userId="5651aec147c3f32a" providerId="LiveId" clId="{B7D84CFF-B5C2-4691-9DC7-5161EB3DAF78}" dt="2025-08-10T10:55:26.796" v="2686" actId="478"/>
          <ac:spMkLst>
            <pc:docMk/>
            <pc:sldMk cId="3309621415" sldId="367"/>
            <ac:spMk id="2" creationId="{07FC5867-AA6E-3896-A10F-1B9EBEA77244}"/>
          </ac:spMkLst>
        </pc:spChg>
        <pc:spChg chg="add del mod">
          <ac:chgData name="Grzegorz Szymkowiak" userId="5651aec147c3f32a" providerId="LiveId" clId="{B7D84CFF-B5C2-4691-9DC7-5161EB3DAF78}" dt="2025-08-10T10:55:28.496" v="2687" actId="478"/>
          <ac:spMkLst>
            <pc:docMk/>
            <pc:sldMk cId="3309621415" sldId="367"/>
            <ac:spMk id="5" creationId="{62D34FB1-E811-1C42-982F-CEFDFF1A7D83}"/>
          </ac:spMkLst>
        </pc:spChg>
        <pc:picChg chg="del">
          <ac:chgData name="Grzegorz Szymkowiak" userId="5651aec147c3f32a" providerId="LiveId" clId="{B7D84CFF-B5C2-4691-9DC7-5161EB3DAF78}" dt="2025-08-10T10:55:29.067" v="2688" actId="478"/>
          <ac:picMkLst>
            <pc:docMk/>
            <pc:sldMk cId="3309621415" sldId="367"/>
            <ac:picMk id="4" creationId="{3BC7917F-C5EB-F408-9D62-03A755CCF4CC}"/>
          </ac:picMkLst>
        </pc:picChg>
        <pc:picChg chg="add mod">
          <ac:chgData name="Grzegorz Szymkowiak" userId="5651aec147c3f32a" providerId="LiveId" clId="{B7D84CFF-B5C2-4691-9DC7-5161EB3DAF78}" dt="2025-08-10T10:56:08.353" v="2691" actId="1076"/>
          <ac:picMkLst>
            <pc:docMk/>
            <pc:sldMk cId="3309621415" sldId="367"/>
            <ac:picMk id="7" creationId="{95B64291-43CB-3157-49AF-E7C6DDB1E876}"/>
          </ac:picMkLst>
        </pc:picChg>
      </pc:sldChg>
      <pc:sldChg chg="addSp delSp add mod">
        <pc:chgData name="Grzegorz Szymkowiak" userId="5651aec147c3f32a" providerId="LiveId" clId="{B7D84CFF-B5C2-4691-9DC7-5161EB3DAF78}" dt="2025-08-10T10:57:52.299" v="2694" actId="22"/>
        <pc:sldMkLst>
          <pc:docMk/>
          <pc:sldMk cId="3264461945" sldId="368"/>
        </pc:sldMkLst>
        <pc:picChg chg="del">
          <ac:chgData name="Grzegorz Szymkowiak" userId="5651aec147c3f32a" providerId="LiveId" clId="{B7D84CFF-B5C2-4691-9DC7-5161EB3DAF78}" dt="2025-08-10T10:56:15.104" v="2693" actId="478"/>
          <ac:picMkLst>
            <pc:docMk/>
            <pc:sldMk cId="3264461945" sldId="368"/>
            <ac:picMk id="4" creationId="{D696A7A7-B643-6C2E-F49C-38C30772706D}"/>
          </ac:picMkLst>
        </pc:picChg>
        <pc:picChg chg="add">
          <ac:chgData name="Grzegorz Szymkowiak" userId="5651aec147c3f32a" providerId="LiveId" clId="{B7D84CFF-B5C2-4691-9DC7-5161EB3DAF78}" dt="2025-08-10T10:57:52.299" v="2694" actId="22"/>
          <ac:picMkLst>
            <pc:docMk/>
            <pc:sldMk cId="3264461945" sldId="368"/>
            <ac:picMk id="5" creationId="{CEEF04D4-2127-ED4A-DB63-C7D203D1BF3D}"/>
          </ac:picMkLst>
        </pc:picChg>
      </pc:sldChg>
    </pc:docChg>
  </pc:docChgLst>
  <pc:docChgLst>
    <pc:chgData name="Grzegorz Szymkowiak" userId="5651aec147c3f32a" providerId="LiveId" clId="{A3BEA078-65CA-412F-9055-C77C383424C7}"/>
    <pc:docChg chg="delSld">
      <pc:chgData name="Grzegorz Szymkowiak" userId="5651aec147c3f32a" providerId="LiveId" clId="{A3BEA078-65CA-412F-9055-C77C383424C7}" dt="2023-04-16T12:36:27.971" v="24" actId="47"/>
      <pc:docMkLst>
        <pc:docMk/>
      </pc:docMkLst>
      <pc:sldChg chg="del">
        <pc:chgData name="Grzegorz Szymkowiak" userId="5651aec147c3f32a" providerId="LiveId" clId="{A3BEA078-65CA-412F-9055-C77C383424C7}" dt="2023-04-16T12:36:22.018" v="16" actId="47"/>
        <pc:sldMkLst>
          <pc:docMk/>
          <pc:sldMk cId="2615102636" sldId="306"/>
        </pc:sldMkLst>
      </pc:sldChg>
      <pc:sldChg chg="del">
        <pc:chgData name="Grzegorz Szymkowiak" userId="5651aec147c3f32a" providerId="LiveId" clId="{A3BEA078-65CA-412F-9055-C77C383424C7}" dt="2023-04-16T12:36:22.802" v="17" actId="47"/>
        <pc:sldMkLst>
          <pc:docMk/>
          <pc:sldMk cId="2615102636" sldId="307"/>
        </pc:sldMkLst>
      </pc:sldChg>
      <pc:sldChg chg="del">
        <pc:chgData name="Grzegorz Szymkowiak" userId="5651aec147c3f32a" providerId="LiveId" clId="{A3BEA078-65CA-412F-9055-C77C383424C7}" dt="2023-04-16T12:36:23.524" v="18" actId="47"/>
        <pc:sldMkLst>
          <pc:docMk/>
          <pc:sldMk cId="2615102636" sldId="308"/>
        </pc:sldMkLst>
      </pc:sldChg>
      <pc:sldChg chg="del">
        <pc:chgData name="Grzegorz Szymkowiak" userId="5651aec147c3f32a" providerId="LiveId" clId="{A3BEA078-65CA-412F-9055-C77C383424C7}" dt="2023-04-16T12:36:24.309" v="19" actId="47"/>
        <pc:sldMkLst>
          <pc:docMk/>
          <pc:sldMk cId="2615102636" sldId="309"/>
        </pc:sldMkLst>
      </pc:sldChg>
      <pc:sldChg chg="del">
        <pc:chgData name="Grzegorz Szymkowiak" userId="5651aec147c3f32a" providerId="LiveId" clId="{A3BEA078-65CA-412F-9055-C77C383424C7}" dt="2023-04-16T12:36:24.999" v="20" actId="47"/>
        <pc:sldMkLst>
          <pc:docMk/>
          <pc:sldMk cId="2615102636" sldId="310"/>
        </pc:sldMkLst>
      </pc:sldChg>
      <pc:sldChg chg="del">
        <pc:chgData name="Grzegorz Szymkowiak" userId="5651aec147c3f32a" providerId="LiveId" clId="{A3BEA078-65CA-412F-9055-C77C383424C7}" dt="2023-04-16T12:36:25.707" v="21" actId="47"/>
        <pc:sldMkLst>
          <pc:docMk/>
          <pc:sldMk cId="2615102636" sldId="311"/>
        </pc:sldMkLst>
      </pc:sldChg>
      <pc:sldChg chg="del">
        <pc:chgData name="Grzegorz Szymkowiak" userId="5651aec147c3f32a" providerId="LiveId" clId="{A3BEA078-65CA-412F-9055-C77C383424C7}" dt="2023-04-16T12:36:26.413" v="22" actId="47"/>
        <pc:sldMkLst>
          <pc:docMk/>
          <pc:sldMk cId="2615102636" sldId="312"/>
        </pc:sldMkLst>
      </pc:sldChg>
      <pc:sldChg chg="del">
        <pc:chgData name="Grzegorz Szymkowiak" userId="5651aec147c3f32a" providerId="LiveId" clId="{A3BEA078-65CA-412F-9055-C77C383424C7}" dt="2023-04-16T12:36:27.140" v="23" actId="47"/>
        <pc:sldMkLst>
          <pc:docMk/>
          <pc:sldMk cId="2615102636" sldId="313"/>
        </pc:sldMkLst>
      </pc:sldChg>
      <pc:sldChg chg="del">
        <pc:chgData name="Grzegorz Szymkowiak" userId="5651aec147c3f32a" providerId="LiveId" clId="{A3BEA078-65CA-412F-9055-C77C383424C7}" dt="2023-04-16T12:36:27.971" v="24" actId="47"/>
        <pc:sldMkLst>
          <pc:docMk/>
          <pc:sldMk cId="2615102636" sldId="314"/>
        </pc:sldMkLst>
      </pc:sldChg>
      <pc:sldChg chg="del">
        <pc:chgData name="Grzegorz Szymkowiak" userId="5651aec147c3f32a" providerId="LiveId" clId="{A3BEA078-65CA-412F-9055-C77C383424C7}" dt="2023-04-16T12:36:07.597" v="0" actId="47"/>
        <pc:sldMkLst>
          <pc:docMk/>
          <pc:sldMk cId="2615102636" sldId="316"/>
        </pc:sldMkLst>
      </pc:sldChg>
      <pc:sldChg chg="del">
        <pc:chgData name="Grzegorz Szymkowiak" userId="5651aec147c3f32a" providerId="LiveId" clId="{A3BEA078-65CA-412F-9055-C77C383424C7}" dt="2023-04-16T12:36:08.422" v="1" actId="47"/>
        <pc:sldMkLst>
          <pc:docMk/>
          <pc:sldMk cId="2615102636" sldId="317"/>
        </pc:sldMkLst>
      </pc:sldChg>
      <pc:sldChg chg="del">
        <pc:chgData name="Grzegorz Szymkowiak" userId="5651aec147c3f32a" providerId="LiveId" clId="{A3BEA078-65CA-412F-9055-C77C383424C7}" dt="2023-04-16T12:36:08.673" v="2" actId="47"/>
        <pc:sldMkLst>
          <pc:docMk/>
          <pc:sldMk cId="2615102636" sldId="318"/>
        </pc:sldMkLst>
      </pc:sldChg>
      <pc:sldChg chg="del">
        <pc:chgData name="Grzegorz Szymkowiak" userId="5651aec147c3f32a" providerId="LiveId" clId="{A3BEA078-65CA-412F-9055-C77C383424C7}" dt="2023-04-16T12:36:08.814" v="3" actId="47"/>
        <pc:sldMkLst>
          <pc:docMk/>
          <pc:sldMk cId="2615102636" sldId="319"/>
        </pc:sldMkLst>
      </pc:sldChg>
      <pc:sldChg chg="del">
        <pc:chgData name="Grzegorz Szymkowiak" userId="5651aec147c3f32a" providerId="LiveId" clId="{A3BEA078-65CA-412F-9055-C77C383424C7}" dt="2023-04-16T12:36:09.003" v="4" actId="47"/>
        <pc:sldMkLst>
          <pc:docMk/>
          <pc:sldMk cId="2615102636" sldId="320"/>
        </pc:sldMkLst>
      </pc:sldChg>
      <pc:sldChg chg="del">
        <pc:chgData name="Grzegorz Szymkowiak" userId="5651aec147c3f32a" providerId="LiveId" clId="{A3BEA078-65CA-412F-9055-C77C383424C7}" dt="2023-04-16T12:36:09.302" v="5" actId="47"/>
        <pc:sldMkLst>
          <pc:docMk/>
          <pc:sldMk cId="2615102636" sldId="321"/>
        </pc:sldMkLst>
      </pc:sldChg>
      <pc:sldChg chg="del">
        <pc:chgData name="Grzegorz Szymkowiak" userId="5651aec147c3f32a" providerId="LiveId" clId="{A3BEA078-65CA-412F-9055-C77C383424C7}" dt="2023-04-16T12:36:09.568" v="6" actId="47"/>
        <pc:sldMkLst>
          <pc:docMk/>
          <pc:sldMk cId="2615102636" sldId="322"/>
        </pc:sldMkLst>
      </pc:sldChg>
      <pc:sldChg chg="del">
        <pc:chgData name="Grzegorz Szymkowiak" userId="5651aec147c3f32a" providerId="LiveId" clId="{A3BEA078-65CA-412F-9055-C77C383424C7}" dt="2023-04-16T12:36:09.788" v="7" actId="47"/>
        <pc:sldMkLst>
          <pc:docMk/>
          <pc:sldMk cId="2615102636" sldId="323"/>
        </pc:sldMkLst>
      </pc:sldChg>
      <pc:sldChg chg="del">
        <pc:chgData name="Grzegorz Szymkowiak" userId="5651aec147c3f32a" providerId="LiveId" clId="{A3BEA078-65CA-412F-9055-C77C383424C7}" dt="2023-04-16T12:36:10.008" v="8" actId="47"/>
        <pc:sldMkLst>
          <pc:docMk/>
          <pc:sldMk cId="2615102636" sldId="324"/>
        </pc:sldMkLst>
      </pc:sldChg>
      <pc:sldChg chg="del">
        <pc:chgData name="Grzegorz Szymkowiak" userId="5651aec147c3f32a" providerId="LiveId" clId="{A3BEA078-65CA-412F-9055-C77C383424C7}" dt="2023-04-16T12:36:10.227" v="9" actId="47"/>
        <pc:sldMkLst>
          <pc:docMk/>
          <pc:sldMk cId="2615102636" sldId="325"/>
        </pc:sldMkLst>
      </pc:sldChg>
      <pc:sldChg chg="del">
        <pc:chgData name="Grzegorz Szymkowiak" userId="5651aec147c3f32a" providerId="LiveId" clId="{A3BEA078-65CA-412F-9055-C77C383424C7}" dt="2023-04-16T12:36:10.462" v="10" actId="47"/>
        <pc:sldMkLst>
          <pc:docMk/>
          <pc:sldMk cId="2615102636" sldId="326"/>
        </pc:sldMkLst>
      </pc:sldChg>
      <pc:sldChg chg="del">
        <pc:chgData name="Grzegorz Szymkowiak" userId="5651aec147c3f32a" providerId="LiveId" clId="{A3BEA078-65CA-412F-9055-C77C383424C7}" dt="2023-04-16T12:36:11.593" v="11" actId="47"/>
        <pc:sldMkLst>
          <pc:docMk/>
          <pc:sldMk cId="2615102636" sldId="327"/>
        </pc:sldMkLst>
      </pc:sldChg>
      <pc:sldChg chg="del">
        <pc:chgData name="Grzegorz Szymkowiak" userId="5651aec147c3f32a" providerId="LiveId" clId="{A3BEA078-65CA-412F-9055-C77C383424C7}" dt="2023-04-16T12:36:12.331" v="12" actId="47"/>
        <pc:sldMkLst>
          <pc:docMk/>
          <pc:sldMk cId="2615102636" sldId="328"/>
        </pc:sldMkLst>
      </pc:sldChg>
      <pc:sldChg chg="del">
        <pc:chgData name="Grzegorz Szymkowiak" userId="5651aec147c3f32a" providerId="LiveId" clId="{A3BEA078-65CA-412F-9055-C77C383424C7}" dt="2023-04-16T12:36:12.990" v="13" actId="47"/>
        <pc:sldMkLst>
          <pc:docMk/>
          <pc:sldMk cId="2615102636" sldId="329"/>
        </pc:sldMkLst>
      </pc:sldChg>
      <pc:sldChg chg="del">
        <pc:chgData name="Grzegorz Szymkowiak" userId="5651aec147c3f32a" providerId="LiveId" clId="{A3BEA078-65CA-412F-9055-C77C383424C7}" dt="2023-04-16T12:36:14.013" v="14" actId="47"/>
        <pc:sldMkLst>
          <pc:docMk/>
          <pc:sldMk cId="2615102636" sldId="330"/>
        </pc:sldMkLst>
      </pc:sldChg>
      <pc:sldChg chg="del">
        <pc:chgData name="Grzegorz Szymkowiak" userId="5651aec147c3f32a" providerId="LiveId" clId="{A3BEA078-65CA-412F-9055-C77C383424C7}" dt="2023-04-16T12:36:15.081" v="15" actId="47"/>
        <pc:sldMkLst>
          <pc:docMk/>
          <pc:sldMk cId="2615102636" sldId="331"/>
        </pc:sldMkLst>
      </pc:sldChg>
    </pc:docChg>
  </pc:docChgLst>
  <pc:docChgLst>
    <pc:chgData name="Grzegorz Szymkowiak" userId="5651aec147c3f32a" providerId="LiveId" clId="{2084892A-F025-4CE2-9519-CBEFE76908A4}"/>
    <pc:docChg chg="addSld delSld modSld">
      <pc:chgData name="Grzegorz Szymkowiak" userId="5651aec147c3f32a" providerId="LiveId" clId="{2084892A-F025-4CE2-9519-CBEFE76908A4}" dt="2023-05-03T10:17:37.106" v="40" actId="1076"/>
      <pc:docMkLst>
        <pc:docMk/>
      </pc:docMkLst>
      <pc:sldChg chg="modSp mod">
        <pc:chgData name="Grzegorz Szymkowiak" userId="5651aec147c3f32a" providerId="LiveId" clId="{2084892A-F025-4CE2-9519-CBEFE76908A4}" dt="2023-05-03T08:37:37.122" v="1" actId="948"/>
        <pc:sldMkLst>
          <pc:docMk/>
          <pc:sldMk cId="2725453658" sldId="288"/>
        </pc:sldMkLst>
      </pc:sldChg>
      <pc:sldChg chg="del">
        <pc:chgData name="Grzegorz Szymkowiak" userId="5651aec147c3f32a" providerId="LiveId" clId="{2084892A-F025-4CE2-9519-CBEFE76908A4}" dt="2023-05-03T08:37:39.642" v="2" actId="47"/>
        <pc:sldMkLst>
          <pc:docMk/>
          <pc:sldMk cId="2725453658" sldId="289"/>
        </pc:sldMkLst>
      </pc:sldChg>
      <pc:sldChg chg="del">
        <pc:chgData name="Grzegorz Szymkowiak" userId="5651aec147c3f32a" providerId="LiveId" clId="{2084892A-F025-4CE2-9519-CBEFE76908A4}" dt="2023-05-03T08:37:39.845" v="3" actId="47"/>
        <pc:sldMkLst>
          <pc:docMk/>
          <pc:sldMk cId="2615102636" sldId="290"/>
        </pc:sldMkLst>
      </pc:sldChg>
      <pc:sldChg chg="del">
        <pc:chgData name="Grzegorz Szymkowiak" userId="5651aec147c3f32a" providerId="LiveId" clId="{2084892A-F025-4CE2-9519-CBEFE76908A4}" dt="2023-05-03T08:37:40.049" v="4" actId="47"/>
        <pc:sldMkLst>
          <pc:docMk/>
          <pc:sldMk cId="2615102636" sldId="291"/>
        </pc:sldMkLst>
      </pc:sldChg>
      <pc:sldChg chg="del">
        <pc:chgData name="Grzegorz Szymkowiak" userId="5651aec147c3f32a" providerId="LiveId" clId="{2084892A-F025-4CE2-9519-CBEFE76908A4}" dt="2023-05-03T08:37:40.206" v="5" actId="47"/>
        <pc:sldMkLst>
          <pc:docMk/>
          <pc:sldMk cId="2615102636" sldId="292"/>
        </pc:sldMkLst>
      </pc:sldChg>
      <pc:sldChg chg="del">
        <pc:chgData name="Grzegorz Szymkowiak" userId="5651aec147c3f32a" providerId="LiveId" clId="{2084892A-F025-4CE2-9519-CBEFE76908A4}" dt="2023-05-03T08:37:40.364" v="6" actId="47"/>
        <pc:sldMkLst>
          <pc:docMk/>
          <pc:sldMk cId="2615102636" sldId="293"/>
        </pc:sldMkLst>
      </pc:sldChg>
      <pc:sldChg chg="del">
        <pc:chgData name="Grzegorz Szymkowiak" userId="5651aec147c3f32a" providerId="LiveId" clId="{2084892A-F025-4CE2-9519-CBEFE76908A4}" dt="2023-05-03T08:37:40.535" v="7" actId="47"/>
        <pc:sldMkLst>
          <pc:docMk/>
          <pc:sldMk cId="2615102636" sldId="294"/>
        </pc:sldMkLst>
      </pc:sldChg>
      <pc:sldChg chg="del">
        <pc:chgData name="Grzegorz Szymkowiak" userId="5651aec147c3f32a" providerId="LiveId" clId="{2084892A-F025-4CE2-9519-CBEFE76908A4}" dt="2023-05-03T08:37:40.677" v="8" actId="47"/>
        <pc:sldMkLst>
          <pc:docMk/>
          <pc:sldMk cId="2615102636" sldId="295"/>
        </pc:sldMkLst>
      </pc:sldChg>
      <pc:sldChg chg="del">
        <pc:chgData name="Grzegorz Szymkowiak" userId="5651aec147c3f32a" providerId="LiveId" clId="{2084892A-F025-4CE2-9519-CBEFE76908A4}" dt="2023-05-03T08:37:40.882" v="9" actId="47"/>
        <pc:sldMkLst>
          <pc:docMk/>
          <pc:sldMk cId="2615102636" sldId="296"/>
        </pc:sldMkLst>
      </pc:sldChg>
      <pc:sldChg chg="del">
        <pc:chgData name="Grzegorz Szymkowiak" userId="5651aec147c3f32a" providerId="LiveId" clId="{2084892A-F025-4CE2-9519-CBEFE76908A4}" dt="2023-05-03T08:37:41.053" v="10" actId="47"/>
        <pc:sldMkLst>
          <pc:docMk/>
          <pc:sldMk cId="2615102636" sldId="297"/>
        </pc:sldMkLst>
      </pc:sldChg>
      <pc:sldChg chg="del">
        <pc:chgData name="Grzegorz Szymkowiak" userId="5651aec147c3f32a" providerId="LiveId" clId="{2084892A-F025-4CE2-9519-CBEFE76908A4}" dt="2023-05-03T08:37:41.760" v="11" actId="47"/>
        <pc:sldMkLst>
          <pc:docMk/>
          <pc:sldMk cId="2615102636" sldId="298"/>
        </pc:sldMkLst>
      </pc:sldChg>
      <pc:sldChg chg="del">
        <pc:chgData name="Grzegorz Szymkowiak" userId="5651aec147c3f32a" providerId="LiveId" clId="{2084892A-F025-4CE2-9519-CBEFE76908A4}" dt="2023-05-03T08:37:41.948" v="12" actId="47"/>
        <pc:sldMkLst>
          <pc:docMk/>
          <pc:sldMk cId="2615102636" sldId="299"/>
        </pc:sldMkLst>
      </pc:sldChg>
      <pc:sldChg chg="del">
        <pc:chgData name="Grzegorz Szymkowiak" userId="5651aec147c3f32a" providerId="LiveId" clId="{2084892A-F025-4CE2-9519-CBEFE76908A4}" dt="2023-05-03T08:37:42.293" v="13" actId="47"/>
        <pc:sldMkLst>
          <pc:docMk/>
          <pc:sldMk cId="2615102636" sldId="300"/>
        </pc:sldMkLst>
      </pc:sldChg>
      <pc:sldChg chg="del">
        <pc:chgData name="Grzegorz Szymkowiak" userId="5651aec147c3f32a" providerId="LiveId" clId="{2084892A-F025-4CE2-9519-CBEFE76908A4}" dt="2023-05-03T08:37:42.513" v="14" actId="47"/>
        <pc:sldMkLst>
          <pc:docMk/>
          <pc:sldMk cId="2615102636" sldId="301"/>
        </pc:sldMkLst>
      </pc:sldChg>
      <pc:sldChg chg="del">
        <pc:chgData name="Grzegorz Szymkowiak" userId="5651aec147c3f32a" providerId="LiveId" clId="{2084892A-F025-4CE2-9519-CBEFE76908A4}" dt="2023-05-03T08:37:42.685" v="15" actId="47"/>
        <pc:sldMkLst>
          <pc:docMk/>
          <pc:sldMk cId="2615102636" sldId="302"/>
        </pc:sldMkLst>
      </pc:sldChg>
      <pc:sldChg chg="del">
        <pc:chgData name="Grzegorz Szymkowiak" userId="5651aec147c3f32a" providerId="LiveId" clId="{2084892A-F025-4CE2-9519-CBEFE76908A4}" dt="2023-05-03T08:37:42.889" v="16" actId="47"/>
        <pc:sldMkLst>
          <pc:docMk/>
          <pc:sldMk cId="2615102636" sldId="303"/>
        </pc:sldMkLst>
      </pc:sldChg>
      <pc:sldChg chg="del">
        <pc:chgData name="Grzegorz Szymkowiak" userId="5651aec147c3f32a" providerId="LiveId" clId="{2084892A-F025-4CE2-9519-CBEFE76908A4}" dt="2023-05-03T08:37:43.078" v="17" actId="47"/>
        <pc:sldMkLst>
          <pc:docMk/>
          <pc:sldMk cId="2615102636" sldId="304"/>
        </pc:sldMkLst>
      </pc:sldChg>
      <pc:sldChg chg="del">
        <pc:chgData name="Grzegorz Szymkowiak" userId="5651aec147c3f32a" providerId="LiveId" clId="{2084892A-F025-4CE2-9519-CBEFE76908A4}" dt="2023-05-03T08:37:43.511" v="18" actId="47"/>
        <pc:sldMkLst>
          <pc:docMk/>
          <pc:sldMk cId="2615102636" sldId="305"/>
        </pc:sldMkLst>
      </pc:sldChg>
      <pc:sldChg chg="del">
        <pc:chgData name="Grzegorz Szymkowiak" userId="5651aec147c3f32a" providerId="LiveId" clId="{2084892A-F025-4CE2-9519-CBEFE76908A4}" dt="2023-05-03T08:37:44.162" v="19" actId="47"/>
        <pc:sldMkLst>
          <pc:docMk/>
          <pc:sldMk cId="2615102636" sldId="315"/>
        </pc:sldMkLst>
      </pc:sldChg>
      <pc:sldChg chg="addSp modSp mod">
        <pc:chgData name="Grzegorz Szymkowiak" userId="5651aec147c3f32a" providerId="LiveId" clId="{2084892A-F025-4CE2-9519-CBEFE76908A4}" dt="2023-05-03T10:17:37.106" v="40" actId="1076"/>
        <pc:sldMkLst>
          <pc:docMk/>
          <pc:sldMk cId="5463068" sldId="332"/>
        </pc:sldMkLst>
      </pc:sldChg>
      <pc:sldChg chg="add">
        <pc:chgData name="Grzegorz Szymkowiak" userId="5651aec147c3f32a" providerId="LiveId" clId="{2084892A-F025-4CE2-9519-CBEFE76908A4}" dt="2023-05-03T08:37:46.786" v="20"/>
        <pc:sldMkLst>
          <pc:docMk/>
          <pc:sldMk cId="2885019691" sldId="333"/>
        </pc:sldMkLst>
      </pc:sldChg>
      <pc:sldChg chg="add">
        <pc:chgData name="Grzegorz Szymkowiak" userId="5651aec147c3f32a" providerId="LiveId" clId="{2084892A-F025-4CE2-9519-CBEFE76908A4}" dt="2023-05-03T08:37:46.992" v="21"/>
        <pc:sldMkLst>
          <pc:docMk/>
          <pc:sldMk cId="1472127367" sldId="334"/>
        </pc:sldMkLst>
      </pc:sldChg>
      <pc:sldChg chg="add">
        <pc:chgData name="Grzegorz Szymkowiak" userId="5651aec147c3f32a" providerId="LiveId" clId="{2084892A-F025-4CE2-9519-CBEFE76908A4}" dt="2023-05-03T08:37:47.196" v="22"/>
        <pc:sldMkLst>
          <pc:docMk/>
          <pc:sldMk cId="1306918342" sldId="335"/>
        </pc:sldMkLst>
      </pc:sldChg>
      <pc:sldChg chg="add">
        <pc:chgData name="Grzegorz Szymkowiak" userId="5651aec147c3f32a" providerId="LiveId" clId="{2084892A-F025-4CE2-9519-CBEFE76908A4}" dt="2023-05-03T08:37:47.404" v="23"/>
        <pc:sldMkLst>
          <pc:docMk/>
          <pc:sldMk cId="1798602882" sldId="336"/>
        </pc:sldMkLst>
      </pc:sldChg>
      <pc:sldChg chg="add">
        <pc:chgData name="Grzegorz Szymkowiak" userId="5651aec147c3f32a" providerId="LiveId" clId="{2084892A-F025-4CE2-9519-CBEFE76908A4}" dt="2023-05-03T08:37:47.589" v="24"/>
        <pc:sldMkLst>
          <pc:docMk/>
          <pc:sldMk cId="1535008028" sldId="337"/>
        </pc:sldMkLst>
      </pc:sldChg>
      <pc:sldChg chg="add">
        <pc:chgData name="Grzegorz Szymkowiak" userId="5651aec147c3f32a" providerId="LiveId" clId="{2084892A-F025-4CE2-9519-CBEFE76908A4}" dt="2023-05-03T08:37:47.762" v="25"/>
        <pc:sldMkLst>
          <pc:docMk/>
          <pc:sldMk cId="1911874853" sldId="338"/>
        </pc:sldMkLst>
      </pc:sldChg>
      <pc:sldChg chg="add">
        <pc:chgData name="Grzegorz Szymkowiak" userId="5651aec147c3f32a" providerId="LiveId" clId="{2084892A-F025-4CE2-9519-CBEFE76908A4}" dt="2023-05-03T08:37:47.957" v="26"/>
        <pc:sldMkLst>
          <pc:docMk/>
          <pc:sldMk cId="3038610382" sldId="339"/>
        </pc:sldMkLst>
      </pc:sldChg>
      <pc:sldChg chg="add">
        <pc:chgData name="Grzegorz Szymkowiak" userId="5651aec147c3f32a" providerId="LiveId" clId="{2084892A-F025-4CE2-9519-CBEFE76908A4}" dt="2023-05-03T08:37:57.260" v="27"/>
        <pc:sldMkLst>
          <pc:docMk/>
          <pc:sldMk cId="1283837785" sldId="340"/>
        </pc:sldMkLst>
      </pc:sldChg>
      <pc:sldChg chg="add">
        <pc:chgData name="Grzegorz Szymkowiak" userId="5651aec147c3f32a" providerId="LiveId" clId="{2084892A-F025-4CE2-9519-CBEFE76908A4}" dt="2023-05-03T08:37:59.385" v="28"/>
        <pc:sldMkLst>
          <pc:docMk/>
          <pc:sldMk cId="4041780392" sldId="341"/>
        </pc:sldMkLst>
      </pc:sldChg>
      <pc:sldChg chg="add">
        <pc:chgData name="Grzegorz Szymkowiak" userId="5651aec147c3f32a" providerId="LiveId" clId="{2084892A-F025-4CE2-9519-CBEFE76908A4}" dt="2023-05-03T08:38:04.294" v="29"/>
        <pc:sldMkLst>
          <pc:docMk/>
          <pc:sldMk cId="547595671" sldId="342"/>
        </pc:sldMkLst>
      </pc:sldChg>
    </pc:docChg>
  </pc:docChgLst>
  <pc:docChgLst>
    <pc:chgData name="Grzegorz Szymkowiak" userId="5651aec147c3f32a" providerId="LiveId" clId="{690A38D9-1911-426A-A63B-C653B2D9F0DA}"/>
    <pc:docChg chg="custSel addSld delSld modSld">
      <pc:chgData name="Grzegorz Szymkowiak" userId="5651aec147c3f32a" providerId="LiveId" clId="{690A38D9-1911-426A-A63B-C653B2D9F0DA}" dt="2023-04-16T11:10:33.470" v="8" actId="1076"/>
      <pc:docMkLst>
        <pc:docMk/>
      </pc:docMkLst>
      <pc:sldChg chg="del">
        <pc:chgData name="Grzegorz Szymkowiak" userId="5651aec147c3f32a" providerId="LiveId" clId="{690A38D9-1911-426A-A63B-C653B2D9F0DA}" dt="2023-04-16T11:10:16.449" v="1" actId="47"/>
        <pc:sldMkLst>
          <pc:docMk/>
          <pc:sldMk cId="161340892" sldId="256"/>
        </pc:sldMkLst>
      </pc:sldChg>
      <pc:sldChg chg="delSp modSp mod">
        <pc:chgData name="Grzegorz Szymkowiak" userId="5651aec147c3f32a" providerId="LiveId" clId="{690A38D9-1911-426A-A63B-C653B2D9F0DA}" dt="2023-04-16T11:10:33.470" v="8" actId="1076"/>
        <pc:sldMkLst>
          <pc:docMk/>
          <pc:sldMk cId="3624809975" sldId="282"/>
        </pc:sldMkLst>
      </pc:sldChg>
      <pc:sldChg chg="modSp add mod">
        <pc:chgData name="Grzegorz Szymkowiak" userId="5651aec147c3f32a" providerId="LiveId" clId="{690A38D9-1911-426A-A63B-C653B2D9F0DA}" dt="2023-04-16T11:10:20.179" v="6" actId="20577"/>
        <pc:sldMkLst>
          <pc:docMk/>
          <pc:sldMk cId="5463068" sldId="33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057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42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055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006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092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40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120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076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417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970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870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/>
            </a:gs>
            <a:gs pos="100000">
              <a:schemeClr val="tx2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599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576671" y="2316090"/>
            <a:ext cx="7990656" cy="1470025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 w JavaScript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0" y="60212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Grzegorz Szymkowiak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0" y="4046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www.szymkowiak.tychy.pl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1BA034-6ED4-8191-B8C0-93237775CDAB}"/>
              </a:ext>
            </a:extLst>
          </p:cNvPr>
          <p:cNvSpPr txBox="1"/>
          <p:nvPr/>
        </p:nvSpPr>
        <p:spPr>
          <a:xfrm>
            <a:off x="1259632" y="5328209"/>
            <a:ext cx="6624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000" i="1" dirty="0">
                <a:solidFill>
                  <a:schemeClr val="bg1"/>
                </a:solidFill>
              </a:rPr>
              <a:t>„[] opanowanie teorii jest zaledwie niezbędnym wstępem”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68D27A9-67A1-7183-1C3E-635B9228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508" y="4058973"/>
            <a:ext cx="846981" cy="84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</p:spTree>
    <p:extLst>
      <p:ext uri="{BB962C8B-B14F-4D97-AF65-F5344CB8AC3E}">
        <p14:creationId xmlns:p14="http://schemas.microsoft.com/office/powerpoint/2010/main" val="362480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Zmienna</a:t>
            </a:r>
            <a:r>
              <a:rPr lang="pl-PL" sz="2400" dirty="0">
                <a:solidFill>
                  <a:schemeClr val="bg1"/>
                </a:solidFill>
              </a:rPr>
              <a:t> to posiadające nazwę miejsce w pamięci komputera, w którym można zapisać jakąś wartość, odczytać ją lub zmienić</a:t>
            </a:r>
          </a:p>
        </p:txBody>
      </p:sp>
    </p:spTree>
    <p:extLst>
      <p:ext uri="{BB962C8B-B14F-4D97-AF65-F5344CB8AC3E}">
        <p14:creationId xmlns:p14="http://schemas.microsoft.com/office/powerpoint/2010/main" val="272545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C96B-4F54-19D4-DA1D-0E19420F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CF8B57-2AF3-28D4-631D-BE96D201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475F1D6-E6F0-C980-4D66-6C4AD124C89A}"/>
              </a:ext>
            </a:extLst>
          </p:cNvPr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Zmienna</a:t>
            </a:r>
            <a:r>
              <a:rPr lang="pl-PL" sz="2400" dirty="0">
                <a:solidFill>
                  <a:schemeClr val="bg1"/>
                </a:solidFill>
              </a:rPr>
              <a:t> w JS jest dynamicznie typowana i oznacza to, że typ danych nie jest na stałe przypisany do zmiennej (wartość, a nie zmienna ma swój typ) – interpreter rozpoznaje typ na podstawie wartości</a:t>
            </a:r>
          </a:p>
        </p:txBody>
      </p:sp>
    </p:spTree>
    <p:extLst>
      <p:ext uri="{BB962C8B-B14F-4D97-AF65-F5344CB8AC3E}">
        <p14:creationId xmlns:p14="http://schemas.microsoft.com/office/powerpoint/2010/main" val="45451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3FCF-6ED5-AC9F-FC0D-887C8DE7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CEAF4E-A4C9-77C4-FE8C-A3649C36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Nazwa zmiennej</a:t>
            </a:r>
          </a:p>
        </p:txBody>
      </p:sp>
    </p:spTree>
    <p:extLst>
      <p:ext uri="{BB962C8B-B14F-4D97-AF65-F5344CB8AC3E}">
        <p14:creationId xmlns:p14="http://schemas.microsoft.com/office/powerpoint/2010/main" val="180396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Nazwa zmiennej </a:t>
            </a:r>
            <a:r>
              <a:rPr lang="pl-PL" sz="2400" dirty="0">
                <a:solidFill>
                  <a:schemeClr val="bg1"/>
                </a:solidFill>
              </a:rPr>
              <a:t>powinna odnosić się do tego, co będzie przechowywała (np. wysokość, kolor, licznik kroków) – JS nie weryfikuje korelacji między nazwą a zawartością zmiennych, ale taka jest dobra praktyka</a:t>
            </a:r>
          </a:p>
        </p:txBody>
      </p:sp>
    </p:spTree>
    <p:extLst>
      <p:ext uri="{BB962C8B-B14F-4D97-AF65-F5344CB8AC3E}">
        <p14:creationId xmlns:p14="http://schemas.microsoft.com/office/powerpoint/2010/main" val="288501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692F6-45D2-E788-84BB-94FF5879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9A519D-EFF1-CE1E-B21B-DAF89FF7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C75FCCD9-75E4-E969-346F-FFDA1C27366D}"/>
              </a:ext>
            </a:extLst>
          </p:cNvPr>
          <p:cNvSpPr/>
          <p:nvPr/>
        </p:nvSpPr>
        <p:spPr>
          <a:xfrm>
            <a:off x="683568" y="2492896"/>
            <a:ext cx="79689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 JavaScript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nazwy zmiennych </a:t>
            </a:r>
            <a:r>
              <a:rPr lang="pl-PL" sz="2400" dirty="0">
                <a:solidFill>
                  <a:schemeClr val="bg1"/>
                </a:solidFill>
              </a:rPr>
              <a:t>mogą składać się z dowolnego ciągu liter (małych i wielkich), cyfr, znaków podkreślenia i znaków dolara, ale nie mogą zaczynać się od cyfry - istnieje lista słów kluczowych, których nie można używać jako nazw zmiennych np.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typeof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909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DCD82-045B-DD3E-2675-78D7D10D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4C5F98-F6D3-8BFD-6111-B954BCBC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66E10EA-E9DB-69B1-70A2-9B8B4BAA5DFB}"/>
              </a:ext>
            </a:extLst>
          </p:cNvPr>
          <p:cNvSpPr/>
          <p:nvPr/>
        </p:nvSpPr>
        <p:spPr>
          <a:xfrm>
            <a:off x="683568" y="2492896"/>
            <a:ext cx="7968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Interpreter JavaScript rozróżnia małe i wielkie litery w nazwach zmiennych, więc nazwy takie jak test, Test lub TEST będą traktowane jako różne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F66C-A175-2DDE-B681-9723F8B5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63BDDD-8944-4304-8A5D-510ABEE9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Zmienne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53799D73-AE5F-15AD-16FF-7608B25C2027}"/>
              </a:ext>
            </a:extLst>
          </p:cNvPr>
          <p:cNvSpPr/>
          <p:nvPr/>
        </p:nvSpPr>
        <p:spPr>
          <a:xfrm>
            <a:off x="683568" y="2492896"/>
            <a:ext cx="7968945" cy="2385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 przypadku nazw składających się z więcej niż jednego wyrazu obowiązuje konwencja zapisu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camelCale</a:t>
            </a:r>
            <a:r>
              <a:rPr lang="pl-PL" sz="2400" dirty="0">
                <a:solidFill>
                  <a:schemeClr val="bg1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pierwsze słowo zaczyna się małą literą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każde kolejne słowo zaczyna się wielką literą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między słowami nie używa się spacji ani znaków specjalnych</a:t>
            </a:r>
          </a:p>
        </p:txBody>
      </p:sp>
    </p:spTree>
    <p:extLst>
      <p:ext uri="{BB962C8B-B14F-4D97-AF65-F5344CB8AC3E}">
        <p14:creationId xmlns:p14="http://schemas.microsoft.com/office/powerpoint/2010/main" val="1084545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Deklarowanie zmiennych</a:t>
            </a:r>
          </a:p>
        </p:txBody>
      </p:sp>
    </p:spTree>
    <p:extLst>
      <p:ext uri="{BB962C8B-B14F-4D97-AF65-F5344CB8AC3E}">
        <p14:creationId xmlns:p14="http://schemas.microsoft.com/office/powerpoint/2010/main" val="128383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Deklarowanie zmiennych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Deklarowanie zmiennej to proces, który polega na zapisaniu nazwy zmiennej w kodzie programu i czasem od razu nadaniu jej wartości początkowej - deklaracja powinna kończyć się średnikiem</a:t>
            </a:r>
          </a:p>
        </p:txBody>
      </p:sp>
    </p:spTree>
    <p:extLst>
      <p:ext uri="{BB962C8B-B14F-4D97-AF65-F5344CB8AC3E}">
        <p14:creationId xmlns:p14="http://schemas.microsoft.com/office/powerpoint/2010/main" val="1472127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Deklarowanie zmiennych</a:t>
            </a:r>
          </a:p>
        </p:txBody>
      </p:sp>
      <p:sp>
        <p:nvSpPr>
          <p:cNvPr id="5" name="Prostokąt 4"/>
          <p:cNvSpPr/>
          <p:nvPr/>
        </p:nvSpPr>
        <p:spPr>
          <a:xfrm>
            <a:off x="587527" y="2204864"/>
            <a:ext cx="7968945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Deklarowanie zmiennych w JavaScript wiąże się z wykorzystaniem słów kluczowych: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 – starszy sposób i obecnie nie jest zalecany; deklaruje zakres funkcyjny, podlega </a:t>
            </a:r>
            <a:r>
              <a:rPr lang="pl-PL" sz="2400" dirty="0" err="1">
                <a:solidFill>
                  <a:schemeClr val="bg1"/>
                </a:solidFill>
              </a:rPr>
              <a:t>hoistingowi</a:t>
            </a:r>
            <a:r>
              <a:rPr lang="pl-PL" sz="2400" dirty="0">
                <a:solidFill>
                  <a:schemeClr val="bg1"/>
                </a:solidFill>
              </a:rPr>
              <a:t>; można deklarować ponownie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let</a:t>
            </a:r>
            <a:r>
              <a:rPr lang="pl-PL" sz="2400" dirty="0">
                <a:solidFill>
                  <a:schemeClr val="bg1"/>
                </a:solidFill>
              </a:rPr>
              <a:t> – zasięg blokowy, nie można deklarować ponownie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const</a:t>
            </a:r>
            <a:r>
              <a:rPr lang="pl-PL" sz="2400" dirty="0">
                <a:solidFill>
                  <a:schemeClr val="bg1"/>
                </a:solidFill>
              </a:rPr>
              <a:t> – zasięg blokowy, wymaga przypisania wartości do razu</a:t>
            </a:r>
          </a:p>
        </p:txBody>
      </p:sp>
    </p:spTree>
    <p:extLst>
      <p:ext uri="{BB962C8B-B14F-4D97-AF65-F5344CB8AC3E}">
        <p14:creationId xmlns:p14="http://schemas.microsoft.com/office/powerpoint/2010/main" val="1306918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BF2E-F098-DA64-D0D9-253FD183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98D78B-F66A-ADD6-9B1B-ABF57FD8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Deklarowanie zmiennych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BCC03465-FC24-D6A0-A50F-148E7C6928E6}"/>
              </a:ext>
            </a:extLst>
          </p:cNvPr>
          <p:cNvSpPr/>
          <p:nvPr/>
        </p:nvSpPr>
        <p:spPr>
          <a:xfrm>
            <a:off x="587527" y="2276872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Słowo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const</a:t>
            </a:r>
            <a:r>
              <a:rPr lang="pl-PL" sz="2400" dirty="0">
                <a:solidFill>
                  <a:schemeClr val="bg1"/>
                </a:solidFill>
              </a:rPr>
              <a:t> kluczowe służy do deklarowania kontenerów podobnych do zmiennych - takie kontenery nazywane są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stałymi</a:t>
            </a:r>
            <a:r>
              <a:rPr lang="pl-PL" sz="2400" dirty="0">
                <a:solidFill>
                  <a:schemeClr val="bg1"/>
                </a:solidFill>
              </a:rPr>
              <a:t> i służą do przechowywania określonych wartości, których po inicjalizacji nie można ich już modyfikować</a:t>
            </a:r>
          </a:p>
        </p:txBody>
      </p:sp>
    </p:spTree>
    <p:extLst>
      <p:ext uri="{BB962C8B-B14F-4D97-AF65-F5344CB8AC3E}">
        <p14:creationId xmlns:p14="http://schemas.microsoft.com/office/powerpoint/2010/main" val="243247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9F479-5669-EBB1-CD7D-BC2A116B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27DD22-3645-721C-E818-FBAF5762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Deklarowanie zmiennych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C770DA9D-7AE3-48AC-760F-E1663C0983ED}"/>
              </a:ext>
            </a:extLst>
          </p:cNvPr>
          <p:cNvSpPr/>
          <p:nvPr/>
        </p:nvSpPr>
        <p:spPr>
          <a:xfrm>
            <a:off x="587527" y="2276872"/>
            <a:ext cx="79689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Głównym celem stałej jest wyeliminowanie możliwości przypadkowej zmiany wartości w niej zapisanej - typowymi przykładami stałych są ścieżki do zasobów, </a:t>
            </a:r>
            <a:r>
              <a:rPr lang="pl-PL" sz="2400" dirty="0" err="1">
                <a:solidFill>
                  <a:schemeClr val="bg1"/>
                </a:solidFill>
              </a:rPr>
              <a:t>tokenów</a:t>
            </a:r>
            <a:r>
              <a:rPr lang="pl-PL" sz="2400" dirty="0">
                <a:solidFill>
                  <a:schemeClr val="bg1"/>
                </a:solidFill>
              </a:rPr>
              <a:t> i innych danych, które nigdy nie zmieniają się przez cały cykl życia skryptu</a:t>
            </a:r>
          </a:p>
        </p:txBody>
      </p:sp>
    </p:spTree>
    <p:extLst>
      <p:ext uri="{BB962C8B-B14F-4D97-AF65-F5344CB8AC3E}">
        <p14:creationId xmlns:p14="http://schemas.microsoft.com/office/powerpoint/2010/main" val="127124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Inicjowanie zmiennych</a:t>
            </a:r>
          </a:p>
        </p:txBody>
      </p:sp>
    </p:spTree>
    <p:extLst>
      <p:ext uri="{BB962C8B-B14F-4D97-AF65-F5344CB8AC3E}">
        <p14:creationId xmlns:p14="http://schemas.microsoft.com/office/powerpoint/2010/main" val="404178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Inicjowanie zmiennych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Po pomyślnej deklaracji zmienna powinna zostać zainicjowana, czyli powinna otrzymać swoją pierwszą wartość. Inicjalizacja odbywa się poprzez przypisanie zmiennej (oznaczonej jej nazwą) określonej wartości</a:t>
            </a:r>
          </a:p>
        </p:txBody>
      </p:sp>
    </p:spTree>
    <p:extLst>
      <p:ext uri="{BB962C8B-B14F-4D97-AF65-F5344CB8AC3E}">
        <p14:creationId xmlns:p14="http://schemas.microsoft.com/office/powerpoint/2010/main" val="1798602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Inicjowanie zmiennych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Inicjalizacja może być przeprowadzona razem z deklaracją lub osobno, jako niezależne polecenie - ważne jest, aby wprowadzić pierwszą wartość do zmiennej przed próbą jej odczytania, modyfikacji lub wyświetlenia</a:t>
            </a:r>
          </a:p>
        </p:txBody>
      </p:sp>
    </p:spTree>
    <p:extLst>
      <p:ext uri="{BB962C8B-B14F-4D97-AF65-F5344CB8AC3E}">
        <p14:creationId xmlns:p14="http://schemas.microsoft.com/office/powerpoint/2010/main" val="1535008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Deklaracja i tryb ścisły</a:t>
            </a:r>
          </a:p>
        </p:txBody>
      </p:sp>
    </p:spTree>
    <p:extLst>
      <p:ext uri="{BB962C8B-B14F-4D97-AF65-F5344CB8AC3E}">
        <p14:creationId xmlns:p14="http://schemas.microsoft.com/office/powerpoint/2010/main" val="547595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Deklaracja i tryb ścisły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Tryb ścisły w JavaScript (</a:t>
            </a:r>
            <a:r>
              <a:rPr lang="pl-PL" sz="2400" dirty="0" err="1">
                <a:solidFill>
                  <a:schemeClr val="bg1"/>
                </a:solidFill>
              </a:rPr>
              <a:t>strict</a:t>
            </a:r>
            <a:r>
              <a:rPr lang="pl-PL" sz="2400" dirty="0">
                <a:solidFill>
                  <a:schemeClr val="bg1"/>
                </a:solidFill>
              </a:rPr>
              <a:t> </a:t>
            </a:r>
            <a:r>
              <a:rPr lang="pl-PL" sz="2400" dirty="0" err="1">
                <a:solidFill>
                  <a:schemeClr val="bg1"/>
                </a:solidFill>
              </a:rPr>
              <a:t>mode</a:t>
            </a:r>
            <a:r>
              <a:rPr lang="pl-PL" sz="2400" dirty="0">
                <a:solidFill>
                  <a:schemeClr val="bg1"/>
                </a:solidFill>
              </a:rPr>
              <a:t>) to specjalny tryb działania języka, wprowadzony w </a:t>
            </a:r>
            <a:r>
              <a:rPr lang="pl-PL" sz="2400" dirty="0" err="1">
                <a:solidFill>
                  <a:schemeClr val="bg1"/>
                </a:solidFill>
              </a:rPr>
              <a:t>ECMAScript</a:t>
            </a:r>
            <a:r>
              <a:rPr lang="pl-PL" sz="2400" dirty="0">
                <a:solidFill>
                  <a:schemeClr val="bg1"/>
                </a:solidFill>
              </a:rPr>
              <a:t> 5, który sprawia, że kod jest analizowany i wykonywany z bardziej rygorystycznymi zasadami</a:t>
            </a:r>
          </a:p>
        </p:txBody>
      </p:sp>
    </p:spTree>
    <p:extLst>
      <p:ext uri="{BB962C8B-B14F-4D97-AF65-F5344CB8AC3E}">
        <p14:creationId xmlns:p14="http://schemas.microsoft.com/office/powerpoint/2010/main" val="1911874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Deklaracja i tryb ścisły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Włącza się go przez dodanie na początku pliku lub funkcji: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use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strict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";</a:t>
            </a:r>
            <a:r>
              <a:rPr lang="pl-PL" sz="2400" dirty="0">
                <a:solidFill>
                  <a:schemeClr val="bg1"/>
                </a:solidFill>
              </a:rPr>
              <a:t>  - tryb ścisły jest opcjonalny, ale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zalecany w kodzie</a:t>
            </a:r>
            <a:r>
              <a:rPr lang="pl-PL" sz="2400" dirty="0">
                <a:solidFill>
                  <a:schemeClr val="bg1"/>
                </a:solidFill>
              </a:rPr>
              <a:t> (dodatkowo w modułach ES6 (import/export) jest domyślnie włączony) </a:t>
            </a:r>
          </a:p>
        </p:txBody>
      </p:sp>
    </p:spTree>
    <p:extLst>
      <p:ext uri="{BB962C8B-B14F-4D97-AF65-F5344CB8AC3E}">
        <p14:creationId xmlns:p14="http://schemas.microsoft.com/office/powerpoint/2010/main" val="303861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4A6E-D2E7-20A3-EEB1-4C12211B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16014C-813C-F3E6-3491-CE56BC5A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Deklaracja i tryb ścisły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13B19229-A1A8-F5EA-08FC-88144BFCBE43}"/>
              </a:ext>
            </a:extLst>
          </p:cNvPr>
          <p:cNvSpPr/>
          <p:nvPr/>
        </p:nvSpPr>
        <p:spPr>
          <a:xfrm>
            <a:off x="587527" y="1988840"/>
            <a:ext cx="7968945" cy="3672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Tryb ścisły: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wymaga jawnego deklarowania zmiennych – deklaracja bez </a:t>
            </a:r>
            <a:r>
              <a:rPr lang="pl-PL" sz="2400" dirty="0" err="1">
                <a:solidFill>
                  <a:schemeClr val="bg1"/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, </a:t>
            </a:r>
            <a:r>
              <a:rPr lang="pl-PL" sz="2400" dirty="0" err="1">
                <a:solidFill>
                  <a:schemeClr val="bg1"/>
                </a:solidFill>
              </a:rPr>
              <a:t>let</a:t>
            </a:r>
            <a:r>
              <a:rPr lang="pl-PL" sz="2400" dirty="0">
                <a:solidFill>
                  <a:schemeClr val="bg1"/>
                </a:solidFill>
              </a:rPr>
              <a:t> lub </a:t>
            </a:r>
            <a:r>
              <a:rPr lang="pl-PL" sz="2400" dirty="0" err="1">
                <a:solidFill>
                  <a:schemeClr val="bg1"/>
                </a:solidFill>
              </a:rPr>
              <a:t>const</a:t>
            </a:r>
            <a:r>
              <a:rPr lang="pl-PL" sz="2400" dirty="0">
                <a:solidFill>
                  <a:schemeClr val="bg1"/>
                </a:solidFill>
              </a:rPr>
              <a:t> powoduje błąd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zabrania używania zarezerwowanych słów w roli nazw zmiennych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uniemożliwia duplikowanie nazw parametrów w funkcjach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blokuje automatyczne tworzenie zmiennych globalnych przez literówki</a:t>
            </a:r>
          </a:p>
        </p:txBody>
      </p:sp>
    </p:spTree>
    <p:extLst>
      <p:ext uri="{BB962C8B-B14F-4D97-AF65-F5344CB8AC3E}">
        <p14:creationId xmlns:p14="http://schemas.microsoft.com/office/powerpoint/2010/main" val="4027007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FA00-30DA-62C7-2DE8-3A683FDF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019423-7D6A-9E6F-8F27-1A6E7954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Zasięg zmiennej</a:t>
            </a:r>
          </a:p>
        </p:txBody>
      </p:sp>
    </p:spTree>
    <p:extLst>
      <p:ext uri="{BB962C8B-B14F-4D97-AF65-F5344CB8AC3E}">
        <p14:creationId xmlns:p14="http://schemas.microsoft.com/office/powerpoint/2010/main" val="814073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345D-C7D9-DD96-EC32-044C6EC7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95E05A-65AB-1C83-74BC-5E798D63D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Zasięg zmiennej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77698838-B987-7BFA-1BBC-E6266D553E62}"/>
              </a:ext>
            </a:extLst>
          </p:cNvPr>
          <p:cNvSpPr/>
          <p:nvPr/>
        </p:nvSpPr>
        <p:spPr>
          <a:xfrm>
            <a:off x="467544" y="1700808"/>
            <a:ext cx="796894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Zasięg zmiennej zależy od miejsca jej deklaracji oraz użytego słowa kluczowego: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zasięg globalny </a:t>
            </a:r>
            <a:r>
              <a:rPr lang="pl-PL" sz="2400" dirty="0">
                <a:solidFill>
                  <a:schemeClr val="bg1"/>
                </a:solidFill>
              </a:rPr>
              <a:t>– zmienna dostępna w całym skrypcie; powstaje, gdy deklaruje się zmienną poza jakąkolwiek funkcją lub blokiem za pomocą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,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let</a:t>
            </a:r>
            <a:r>
              <a:rPr lang="pl-PL" sz="2400" dirty="0">
                <a:solidFill>
                  <a:schemeClr val="bg1"/>
                </a:solidFill>
              </a:rPr>
              <a:t> lub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const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zasięg funkcyjny </a:t>
            </a:r>
            <a:r>
              <a:rPr lang="pl-PL" sz="2400" dirty="0">
                <a:solidFill>
                  <a:schemeClr val="bg1"/>
                </a:solidFill>
              </a:rPr>
              <a:t>– dotyczy zmiennych zadeklarowanych słowem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 wewnątrz funkcji (zmienna istnieje tylko wewnątrz tej funkcji)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zasięg blokowy </a:t>
            </a:r>
            <a:r>
              <a:rPr lang="pl-PL" sz="2400" dirty="0">
                <a:solidFill>
                  <a:schemeClr val="bg1"/>
                </a:solidFill>
              </a:rPr>
              <a:t>– dotyczy zmiennych zadeklarowanych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let</a:t>
            </a:r>
            <a:r>
              <a:rPr lang="pl-PL" sz="2400" dirty="0">
                <a:solidFill>
                  <a:schemeClr val="bg1"/>
                </a:solidFill>
              </a:rPr>
              <a:t> i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const</a:t>
            </a:r>
            <a:r>
              <a:rPr lang="pl-PL" sz="2400" dirty="0">
                <a:solidFill>
                  <a:schemeClr val="bg1"/>
                </a:solidFill>
              </a:rPr>
              <a:t> wewnątrz bloku</a:t>
            </a:r>
          </a:p>
        </p:txBody>
      </p:sp>
    </p:spTree>
    <p:extLst>
      <p:ext uri="{BB962C8B-B14F-4D97-AF65-F5344CB8AC3E}">
        <p14:creationId xmlns:p14="http://schemas.microsoft.com/office/powerpoint/2010/main" val="396921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9F61-5564-64F4-DD51-16262DE3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BF7F40-DAC4-4FED-41C0-0781623F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Shadowing</a:t>
            </a:r>
            <a:r>
              <a:rPr lang="pl-PL" dirty="0">
                <a:solidFill>
                  <a:schemeClr val="bg1"/>
                </a:solidFill>
              </a:rPr>
              <a:t> (zacienianie)</a:t>
            </a:r>
          </a:p>
        </p:txBody>
      </p:sp>
    </p:spTree>
    <p:extLst>
      <p:ext uri="{BB962C8B-B14F-4D97-AF65-F5344CB8AC3E}">
        <p14:creationId xmlns:p14="http://schemas.microsoft.com/office/powerpoint/2010/main" val="4141739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39D0-E67C-672E-D07D-142E5441F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34BCD5-F5E6-F81E-4A5B-E272BA47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Shadowing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B8EED0C6-80F3-29DC-2605-774BAFB056EB}"/>
              </a:ext>
            </a:extLst>
          </p:cNvPr>
          <p:cNvSpPr/>
          <p:nvPr/>
        </p:nvSpPr>
        <p:spPr>
          <a:xfrm>
            <a:off x="683568" y="2492896"/>
            <a:ext cx="79689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 JavaScript </a:t>
            </a:r>
            <a:r>
              <a:rPr lang="pl-PL" sz="2400" dirty="0" err="1">
                <a:solidFill>
                  <a:schemeClr val="bg1"/>
                </a:solidFill>
              </a:rPr>
              <a:t>shadowing</a:t>
            </a:r>
            <a:r>
              <a:rPr lang="pl-PL" sz="2400" dirty="0">
                <a:solidFill>
                  <a:schemeClr val="bg1"/>
                </a:solidFill>
              </a:rPr>
              <a:t> to sytuacja, w której zmienna zadeklarowana w bardziej wewnętrznym zakresie ma taką samą nazwę jak zmienna w zakresie zewnętrznym -  powoduje to „przykrycie” dostępu do tej zewnętrznej zmiennej w tym wewnętrznym zakresie</a:t>
            </a:r>
          </a:p>
        </p:txBody>
      </p:sp>
    </p:spTree>
    <p:extLst>
      <p:ext uri="{BB962C8B-B14F-4D97-AF65-F5344CB8AC3E}">
        <p14:creationId xmlns:p14="http://schemas.microsoft.com/office/powerpoint/2010/main" val="220197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00D3-335D-432D-111C-7345868C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EE44CA-6AAF-0EA7-ED57-CFAD6AC9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Shadowing</a:t>
            </a:r>
            <a:endParaRPr lang="pl-PL" dirty="0">
              <a:solidFill>
                <a:schemeClr val="bg1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679E01A-ECBC-E906-B3F8-AA349408C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323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4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A9E5C-3854-2FCE-44E6-7E4476F0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CA26A5-8BC6-23E4-CA5B-85E99B35A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Shadowing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43AFA81-06DC-A278-782C-D62128027F0F}"/>
              </a:ext>
            </a:extLst>
          </p:cNvPr>
          <p:cNvSpPr/>
          <p:nvPr/>
        </p:nvSpPr>
        <p:spPr>
          <a:xfrm>
            <a:off x="683568" y="2492896"/>
            <a:ext cx="796894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JavaScript przeszukuje zmienne od najbardziej wewnętrznego do najbardziej zewnętrznego zakresu (tzw. </a:t>
            </a:r>
            <a:r>
              <a:rPr lang="pl-PL" sz="2400" dirty="0" err="1">
                <a:solidFill>
                  <a:schemeClr val="bg1"/>
                </a:solidFill>
              </a:rPr>
              <a:t>scope</a:t>
            </a:r>
            <a:r>
              <a:rPr lang="pl-PL" sz="2400" dirty="0">
                <a:solidFill>
                  <a:schemeClr val="bg1"/>
                </a:solidFill>
              </a:rPr>
              <a:t> </a:t>
            </a:r>
            <a:r>
              <a:rPr lang="pl-PL" sz="2400" dirty="0" err="1">
                <a:solidFill>
                  <a:schemeClr val="bg1"/>
                </a:solidFill>
              </a:rPr>
              <a:t>chain</a:t>
            </a:r>
            <a:r>
              <a:rPr lang="pl-PL" sz="2400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Jeśli znajdzie dopasowanie w bliższym zakresie, nie będzie już szukał dalej - zmienna z zewnętrznego zakresu jest wtedy „zacieniona” - nie możemy jej bezpośrednio odczytać ani nadpisać w tym zakresie</a:t>
            </a:r>
          </a:p>
        </p:txBody>
      </p:sp>
    </p:spTree>
    <p:extLst>
      <p:ext uri="{BB962C8B-B14F-4D97-AF65-F5344CB8AC3E}">
        <p14:creationId xmlns:p14="http://schemas.microsoft.com/office/powerpoint/2010/main" val="3404792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239DE-3AD4-7AB7-8301-9993A7C3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F2D77F-E0FC-F8D8-8C2F-8ECC8016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092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Hoisting</a:t>
            </a: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205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97035-CB5C-47FC-9B3D-FA76FD1D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72E974-DAD1-9046-B015-568D2963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Hoisting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A40C3221-ADA2-AA0B-D95E-E9E5B72DD293}"/>
              </a:ext>
            </a:extLst>
          </p:cNvPr>
          <p:cNvSpPr/>
          <p:nvPr/>
        </p:nvSpPr>
        <p:spPr>
          <a:xfrm>
            <a:off x="683568" y="2492896"/>
            <a:ext cx="7968945" cy="2946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Interpreter JS skanuje program przed jego uruchomieniem, szukając między innymi błędów w składni oraz przeszukuje wszystkie deklaracje zmiennych i przenosi je na początek zakresu, w którym zostały zadeklarowane: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na początek programu, jeśli są globalne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na początek bloku, jeśli jest to deklaracja lokalna </a:t>
            </a:r>
            <a:r>
              <a:rPr lang="pl-PL" sz="2400" dirty="0" err="1">
                <a:solidFill>
                  <a:schemeClr val="bg1"/>
                </a:solidFill>
              </a:rPr>
              <a:t>let</a:t>
            </a:r>
            <a:endParaRPr lang="pl-PL" sz="2400" dirty="0">
              <a:solidFill>
                <a:schemeClr val="bg1"/>
              </a:solidFill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na początek funkcji, jeśli jest to deklaracja lokalna </a:t>
            </a:r>
            <a:r>
              <a:rPr lang="pl-PL" sz="2400" dirty="0" err="1">
                <a:solidFill>
                  <a:schemeClr val="bg1"/>
                </a:solidFill>
              </a:rPr>
              <a:t>var</a:t>
            </a:r>
            <a:endParaRPr lang="pl-P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52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E129-76F0-AA84-F590-08DE282E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0BF0B3-8434-5D70-35B8-796239ED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Hoisting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54E146C-429F-9D9F-A328-E7BEC338B35B}"/>
              </a:ext>
            </a:extLst>
          </p:cNvPr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Hoisting</a:t>
            </a:r>
            <a:r>
              <a:rPr lang="pl-PL" sz="2400" dirty="0">
                <a:solidFill>
                  <a:schemeClr val="bg1"/>
                </a:solidFill>
              </a:rPr>
              <a:t> w JavaScript to mechanizm, w którym deklaracje (zmiennych, funkcji) są „przenoszone” przez silnik JS na początek swojego zakresu (</a:t>
            </a:r>
            <a:r>
              <a:rPr lang="pl-PL" sz="2400" dirty="0" err="1">
                <a:solidFill>
                  <a:schemeClr val="bg1"/>
                </a:solidFill>
              </a:rPr>
              <a:t>scope</a:t>
            </a:r>
            <a:r>
              <a:rPr lang="pl-PL" sz="2400" dirty="0">
                <a:solidFill>
                  <a:schemeClr val="bg1"/>
                </a:solidFill>
              </a:rPr>
              <a:t>) jeszcze przed wykonaniem kodu</a:t>
            </a:r>
          </a:p>
        </p:txBody>
      </p:sp>
    </p:spTree>
    <p:extLst>
      <p:ext uri="{BB962C8B-B14F-4D97-AF65-F5344CB8AC3E}">
        <p14:creationId xmlns:p14="http://schemas.microsoft.com/office/powerpoint/2010/main" val="4231093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77EC-78EA-27B8-2096-34B818637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8F80B2-382C-12D8-0E86-3A37C921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Hoisting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00AA4DA7-8F35-DAC9-F4B6-4C2E48BAAA33}"/>
              </a:ext>
            </a:extLst>
          </p:cNvPr>
          <p:cNvSpPr/>
          <p:nvPr/>
        </p:nvSpPr>
        <p:spPr>
          <a:xfrm>
            <a:off x="683568" y="2492896"/>
            <a:ext cx="7968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Deklaracje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 są </a:t>
            </a:r>
            <a:r>
              <a:rPr lang="pl-PL" sz="2400" dirty="0" err="1">
                <a:solidFill>
                  <a:schemeClr val="bg1"/>
                </a:solidFill>
              </a:rPr>
              <a:t>hoistowane</a:t>
            </a:r>
            <a:r>
              <a:rPr lang="pl-PL" sz="2400" dirty="0">
                <a:solidFill>
                  <a:schemeClr val="bg1"/>
                </a:solidFill>
              </a:rPr>
              <a:t> i inicjalizowane wartością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undefined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F6232BD-7415-1A50-3A8B-E0818BC3E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33056"/>
            <a:ext cx="762000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52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B359-2422-C0A6-078A-4FE1F60E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5134F4-BC67-D0A9-81C8-20E0C39C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Hoisting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E6D85521-5A5A-53C0-277D-F1442082BB6D}"/>
              </a:ext>
            </a:extLst>
          </p:cNvPr>
          <p:cNvSpPr/>
          <p:nvPr/>
        </p:nvSpPr>
        <p:spPr>
          <a:xfrm>
            <a:off x="683568" y="2492896"/>
            <a:ext cx="79689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Silnik „widzi” to tak: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68A119C-7BB0-B95F-AFAE-9FB57F0B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40" y="3645024"/>
            <a:ext cx="76200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67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11DEB-41A6-05F6-7A69-DD422737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3CF8C9-7C8C-2036-38A9-159F0D28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 err="1">
                <a:solidFill>
                  <a:schemeClr val="bg1"/>
                </a:solidFill>
              </a:rPr>
              <a:t>Hoisting</a:t>
            </a:r>
            <a:r>
              <a:rPr lang="pl-PL" dirty="0">
                <a:solidFill>
                  <a:schemeClr val="bg1"/>
                </a:solidFill>
              </a:rPr>
              <a:t> i </a:t>
            </a:r>
            <a:r>
              <a:rPr lang="pl-PL" dirty="0" err="1">
                <a:solidFill>
                  <a:schemeClr val="bg1"/>
                </a:solidFill>
              </a:rPr>
              <a:t>shadowing</a:t>
            </a:r>
            <a:endParaRPr lang="pl-PL" dirty="0">
              <a:solidFill>
                <a:schemeClr val="bg1"/>
              </a:solidFill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CBAF402-46AA-DFBA-348D-4313BABC7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79" y="3381374"/>
            <a:ext cx="7791450" cy="2895600"/>
          </a:xfrm>
          <a:prstGeom prst="rect">
            <a:avLst/>
          </a:prstGeom>
        </p:spPr>
      </p:pic>
      <p:sp>
        <p:nvSpPr>
          <p:cNvPr id="8" name="Prostokąt 7">
            <a:extLst>
              <a:ext uri="{FF2B5EF4-FFF2-40B4-BE49-F238E27FC236}">
                <a16:creationId xmlns:a16="http://schemas.microsoft.com/office/drawing/2014/main" id="{53E2D6E1-139F-7BD9-77D5-59A020D4A3AD}"/>
              </a:ext>
            </a:extLst>
          </p:cNvPr>
          <p:cNvSpPr/>
          <p:nvPr/>
        </p:nvSpPr>
        <p:spPr>
          <a:xfrm>
            <a:off x="676275" y="2007820"/>
            <a:ext cx="7968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pl-PL" sz="2400" dirty="0">
                <a:solidFill>
                  <a:schemeClr val="bg1"/>
                </a:solidFill>
              </a:rPr>
              <a:t> zostaje podniesione i przykrywa globalne x, ale przed przypisaniem ma wartość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undefined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439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KONIEC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0" y="60212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Grzegorz Szymkowiak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0" y="4046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smtClean="0">
                <a:solidFill>
                  <a:schemeClr val="bg1"/>
                </a:solidFill>
              </a:rPr>
              <a:t>www.szymkowiak.tychy.pl</a:t>
            </a: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1217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866</Words>
  <Application>Microsoft Office PowerPoint</Application>
  <PresentationFormat>Pokaz na ekranie (4:3)</PresentationFormat>
  <Paragraphs>79</Paragraphs>
  <Slides>34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34</vt:i4>
      </vt:variant>
    </vt:vector>
  </HeadingPairs>
  <TitlesOfParts>
    <vt:vector size="37" baseType="lpstr">
      <vt:lpstr>Arial</vt:lpstr>
      <vt:lpstr>Calibri</vt:lpstr>
      <vt:lpstr>Motyw pakietu Office</vt:lpstr>
      <vt:lpstr>Zmienne w JavaScript</vt:lpstr>
      <vt:lpstr>Zmienne</vt:lpstr>
      <vt:lpstr>Zmienne</vt:lpstr>
      <vt:lpstr>Zmienne</vt:lpstr>
      <vt:lpstr>Nazwa zmiennej</vt:lpstr>
      <vt:lpstr>Zmienne</vt:lpstr>
      <vt:lpstr>Zmienne</vt:lpstr>
      <vt:lpstr>Zmienne</vt:lpstr>
      <vt:lpstr>Zmienne</vt:lpstr>
      <vt:lpstr>Deklarowanie zmiennych</vt:lpstr>
      <vt:lpstr>Deklarowanie zmiennych</vt:lpstr>
      <vt:lpstr>Deklarowanie zmiennych</vt:lpstr>
      <vt:lpstr>Deklarowanie zmiennych</vt:lpstr>
      <vt:lpstr>Deklarowanie zmiennych</vt:lpstr>
      <vt:lpstr>Inicjowanie zmiennych</vt:lpstr>
      <vt:lpstr>Inicjowanie zmiennych</vt:lpstr>
      <vt:lpstr>Inicjowanie zmiennych</vt:lpstr>
      <vt:lpstr>Deklaracja i tryb ścisły</vt:lpstr>
      <vt:lpstr>Deklaracja i tryb ścisły</vt:lpstr>
      <vt:lpstr>Deklaracja i tryb ścisły</vt:lpstr>
      <vt:lpstr>Deklaracja i tryb ścisły</vt:lpstr>
      <vt:lpstr>Zasięg zmiennej</vt:lpstr>
      <vt:lpstr>Zasięg zmiennej</vt:lpstr>
      <vt:lpstr>Shadowing (zacienianie)</vt:lpstr>
      <vt:lpstr>Shadowing</vt:lpstr>
      <vt:lpstr>Shadowing</vt:lpstr>
      <vt:lpstr>Shadowing</vt:lpstr>
      <vt:lpstr>Hoisting</vt:lpstr>
      <vt:lpstr>Hoisting</vt:lpstr>
      <vt:lpstr>Hoisting</vt:lpstr>
      <vt:lpstr>Hoisting</vt:lpstr>
      <vt:lpstr>Hoisting</vt:lpstr>
      <vt:lpstr>Hoisting i shadowing</vt:lpstr>
      <vt:lpstr>KONIEC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Zadanie – postacie normalne</dc:title>
  <dc:creator>Admin</dc:creator>
  <cp:lastModifiedBy>Grzegorz Szymkowiak</cp:lastModifiedBy>
  <cp:revision>67</cp:revision>
  <dcterms:created xsi:type="dcterms:W3CDTF">2015-11-25T06:51:30Z</dcterms:created>
  <dcterms:modified xsi:type="dcterms:W3CDTF">2025-09-04T20:15:05Z</dcterms:modified>
</cp:coreProperties>
</file>